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85_399D13C2.xml" ContentType="application/vnd.ms-powerpoint.comments+xml"/>
  <Override PartName="/ppt/notesSlides/notesSlide6.xml" ContentType="application/vnd.openxmlformats-officedocument.presentationml.notesSlide+xml"/>
  <Override PartName="/ppt/comments/modernComment_19A_C64263A.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99_E865E0E7.xml" ContentType="application/vnd.ms-powerpoint.comments+xml"/>
  <Override PartName="/ppt/notesSlides/notesSlide9.xml" ContentType="application/vnd.openxmlformats-officedocument.presentationml.notesSlide+xml"/>
  <Override PartName="/ppt/comments/modernComment_19C_B1F80865.xml" ContentType="application/vnd.ms-powerpoint.comments+xml"/>
  <Override PartName="/ppt/notesSlides/notesSlide10.xml" ContentType="application/vnd.openxmlformats-officedocument.presentationml.notesSlide+xml"/>
  <Override PartName="/ppt/comments/modernComment_181_E3615940.xml" ContentType="application/vnd.ms-powerpoint.comments+xml"/>
  <Override PartName="/ppt/notesSlides/notesSlide11.xml" ContentType="application/vnd.openxmlformats-officedocument.presentationml.notesSlide+xml"/>
  <Override PartName="/ppt/comments/modernComment_184_8A40DE60.xml" ContentType="application/vnd.ms-powerpoint.comments+xml"/>
  <Override PartName="/ppt/notesSlides/notesSlide12.xml" ContentType="application/vnd.openxmlformats-officedocument.presentationml.notesSlide+xml"/>
  <Override PartName="/ppt/comments/modernComment_19B_FC19632A.xml" ContentType="application/vnd.ms-powerpoint.comments+xml"/>
  <Override PartName="/ppt/notesSlides/notesSlide13.xml" ContentType="application/vnd.openxmlformats-officedocument.presentationml.notesSlide+xml"/>
  <Override PartName="/ppt/comments/modernComment_18F_BB527458.xml" ContentType="application/vnd.ms-powerpoint.comments+xml"/>
  <Override PartName="/ppt/notesSlides/notesSlide14.xml" ContentType="application/vnd.openxmlformats-officedocument.presentationml.notesSlide+xml"/>
  <Override PartName="/ppt/comments/modernComment_197_C04ACB7A.xml" ContentType="application/vnd.ms-powerpoint.comments+xml"/>
  <Override PartName="/ppt/notesSlides/notesSlide15.xml" ContentType="application/vnd.openxmlformats-officedocument.presentationml.notesSlide+xml"/>
  <Override PartName="/ppt/comments/modernComment_190_64FC6A7D.xml" ContentType="application/vnd.ms-powerpoint.comments+xml"/>
  <Override PartName="/ppt/notesSlides/notesSlide16.xml" ContentType="application/vnd.openxmlformats-officedocument.presentationml.notesSlide+xml"/>
  <Override PartName="/ppt/comments/modernComment_188_B6DF11CB.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21"/>
  </p:notesMasterIdLst>
  <p:handoutMasterIdLst>
    <p:handoutMasterId r:id="rId22"/>
  </p:handoutMasterIdLst>
  <p:sldIdLst>
    <p:sldId id="377" r:id="rId5"/>
    <p:sldId id="379" r:id="rId6"/>
    <p:sldId id="390" r:id="rId7"/>
    <p:sldId id="380" r:id="rId8"/>
    <p:sldId id="389" r:id="rId9"/>
    <p:sldId id="410" r:id="rId10"/>
    <p:sldId id="408" r:id="rId11"/>
    <p:sldId id="409" r:id="rId12"/>
    <p:sldId id="412" r:id="rId13"/>
    <p:sldId id="385" r:id="rId14"/>
    <p:sldId id="388" r:id="rId15"/>
    <p:sldId id="411" r:id="rId16"/>
    <p:sldId id="399" r:id="rId17"/>
    <p:sldId id="407" r:id="rId18"/>
    <p:sldId id="400" r:id="rId19"/>
    <p:sldId id="39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073E3EB-5AB0-8156-8F2F-0EF2B7B9CBC8}" name="Zoé Urai" initials="ZU" userId="fa0fa0fdd1bd09cc"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3608"/>
    <a:srgbClr val="785005"/>
    <a:srgbClr val="F9E7B5"/>
    <a:srgbClr val="F2CD64"/>
    <a:srgbClr val="F7DF9B"/>
    <a:srgbClr val="F1CF41"/>
    <a:srgbClr val="FAECC6"/>
    <a:srgbClr val="C6D9E8"/>
    <a:srgbClr val="B48708"/>
    <a:srgbClr val="E8AE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43268" autoAdjust="0"/>
  </p:normalViewPr>
  <p:slideViewPr>
    <p:cSldViewPr snapToGrid="0">
      <p:cViewPr varScale="1">
        <p:scale>
          <a:sx n="35" d="100"/>
          <a:sy n="35" d="100"/>
        </p:scale>
        <p:origin x="1781" y="38"/>
      </p:cViewPr>
      <p:guideLst/>
    </p:cSldViewPr>
  </p:slideViewPr>
  <p:outlineViewPr>
    <p:cViewPr>
      <p:scale>
        <a:sx n="33" d="100"/>
        <a:sy n="33" d="100"/>
      </p:scale>
      <p:origin x="0" y="-6840"/>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62" d="100"/>
          <a:sy n="62" d="100"/>
        </p:scale>
        <p:origin x="845"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omments/modernComment_18F_BB527458.xml><?xml version="1.0" encoding="utf-8"?>
<p188:cmLst xmlns:a="http://schemas.openxmlformats.org/drawingml/2006/main" xmlns:r="http://schemas.openxmlformats.org/officeDocument/2006/relationships" xmlns:p188="http://schemas.microsoft.com/office/powerpoint/2018/8/main">
  <p188:cm id="{0980A15D-7540-4DC8-9678-B612E46FF2B5}" authorId="{7073E3EB-5AB0-8156-8F2F-0EF2B7B9CBC8}" created="2025-04-08T16:17:52.791">
    <pc:sldMkLst xmlns:pc="http://schemas.microsoft.com/office/powerpoint/2013/main/command">
      <pc:docMk/>
      <pc:sldMk cId="3142743128" sldId="399"/>
    </pc:sldMkLst>
    <p188:txBody>
      <a:bodyPr/>
      <a:lstStyle/>
      <a:p>
        <a:r>
          <a:rPr lang="hu-HU"/>
          <a:t>Executive Programm </a:t>
        </a:r>
      </a:p>
    </p188:txBody>
  </p188:cm>
</p188:cmLst>
</file>

<file path=ppt/comments/modernComment_19A_C64263A.xml><?xml version="1.0" encoding="utf-8"?>
<p188:cmLst xmlns:a="http://schemas.openxmlformats.org/drawingml/2006/main" xmlns:r="http://schemas.openxmlformats.org/officeDocument/2006/relationships" xmlns:p188="http://schemas.microsoft.com/office/powerpoint/2018/8/main">
  <p188:cm id="{249F6DCB-819E-4ABB-8B8E-A239BAE3BC05}" authorId="{7073E3EB-5AB0-8156-8F2F-0EF2B7B9CBC8}" created="2025-04-08T16:18:53.837">
    <pc:sldMkLst xmlns:pc="http://schemas.microsoft.com/office/powerpoint/2013/main/command">
      <pc:docMk/>
      <pc:sldMk cId="207889978" sldId="410"/>
    </pc:sldMkLst>
    <p188:txBody>
      <a:bodyPr/>
      <a:lstStyle/>
      <a:p>
        <a:r>
          <a:rPr lang="hu-HU"/>
          <a:t>Challenges We Faced was manly beacuse of:
Framework:
Since we were working with a framework (Laravel), which we had no prior experience with, we encountered a steep learning curve. It took time to get familiar with the structure and conventions of the framework, which slowed down our progress initially.
Teamwork:
While we had a great team, coordinating tasks and maintaining clear communication at times proved challenging, especially when different team members were handling different aspects of the project. Misunderstandings and delays in feedback also made it difficult to stay on track.
Deadline:
The tight deadline put a lot of pressure on us, especially when we had to learn new technologies on the go. We ended up falling behind schedule, which created additional stress as we worked to finalize the project on time.</a:t>
        </a:r>
      </a:p>
    </p188:txBody>
  </p188:cm>
</p188:cmLst>
</file>

<file path=ppt/comments/modernComment_19B_FC19632A.xml><?xml version="1.0" encoding="utf-8"?>
<p188:cmLst xmlns:a="http://schemas.openxmlformats.org/drawingml/2006/main" xmlns:r="http://schemas.openxmlformats.org/officeDocument/2006/relationships" xmlns:p188="http://schemas.microsoft.com/office/powerpoint/2018/8/main">
  <p188:cm id="{273051EB-470F-400B-BCF9-5B320D28548C}" authorId="{7073E3EB-5AB0-8156-8F2F-0EF2B7B9CBC8}" created="2025-04-08T16:18:05.499">
    <pc:sldMkLst xmlns:pc="http://schemas.microsoft.com/office/powerpoint/2013/main/command">
      <pc:docMk/>
      <pc:sldMk cId="4229522218" sldId="411"/>
    </pc:sldMkLst>
    <p188:txBody>
      <a:bodyPr/>
      <a:lstStyle/>
      <a:p>
        <a:r>
          <a:rPr lang="hu-HU"/>
          <a:t>We realized there’s still a lot to learn about proper testing. We mostly ran unit tests.
I was mainly responsible for testing the design and user experience.
Martin handled the backend, server and database tests.</a:t>
        </a:r>
      </a:p>
    </p188:txBody>
  </p188:cm>
</p188:cmLst>
</file>

<file path=ppt/comments/modernComment_19C_B1F80865.xml><?xml version="1.0" encoding="utf-8"?>
<p188:cmLst xmlns:a="http://schemas.openxmlformats.org/drawingml/2006/main" xmlns:r="http://schemas.openxmlformats.org/officeDocument/2006/relationships" xmlns:p188="http://schemas.microsoft.com/office/powerpoint/2018/8/main">
  <p188:cm id="{6C4B93A3-D350-4AE7-971D-4DD74BC13B24}" authorId="{7073E3EB-5AB0-8156-8F2F-0EF2B7B9CBC8}" created="2025-04-08T16:21:39.822">
    <pc:sldMkLst xmlns:pc="http://schemas.microsoft.com/office/powerpoint/2013/main/command">
      <pc:docMk/>
      <pc:sldMk cId="2985822309" sldId="412"/>
    </pc:sldMkLst>
    <p188:txBody>
      <a:bodyPr/>
      <a:lstStyle/>
      <a:p>
        <a:r>
          <a:rPr lang="hu-HU"/>
          <a:t>I mainly worked on the admin interface, as well as the controllers and models.
However, I also helped Zoé whenever she ran into difficulties.</a:t>
        </a:r>
      </a:p>
    </p188:txBody>
  </p188:cm>
</p188:cmLst>
</file>

<file path=ppt/comments/modernComment_181_E3615940.xml><?xml version="1.0" encoding="utf-8"?>
<p188:cmLst xmlns:a="http://schemas.openxmlformats.org/drawingml/2006/main" xmlns:r="http://schemas.openxmlformats.org/officeDocument/2006/relationships" xmlns:p188="http://schemas.microsoft.com/office/powerpoint/2018/8/main">
  <p188:cm id="{95FB0B22-FD88-4119-AA0D-CCBE6EFD553D}" authorId="{7073E3EB-5AB0-8156-8F2F-0EF2B7B9CBC8}" created="2025-04-08T16:20:29.381">
    <pc:sldMkLst xmlns:pc="http://schemas.microsoft.com/office/powerpoint/2013/main/command">
      <pc:docMk/>
      <pc:sldMk cId="3814807872" sldId="385"/>
    </pc:sldMkLst>
    <p188:txBody>
      <a:bodyPr/>
      <a:lstStyle/>
      <a:p>
        <a:r>
          <a:rPr lang="hu-HU"/>
          <a:t>We scheduled our time to determine what needed to be done by when, but based on the original plan, we ended up falling behind by a month.
In the end, this became our final timeline.</a:t>
        </a:r>
      </a:p>
    </p188:txBody>
  </p188:cm>
</p188:cmLst>
</file>

<file path=ppt/comments/modernComment_184_8A40DE60.xml><?xml version="1.0" encoding="utf-8"?>
<p188:cmLst xmlns:a="http://schemas.openxmlformats.org/drawingml/2006/main" xmlns:r="http://schemas.openxmlformats.org/officeDocument/2006/relationships" xmlns:p188="http://schemas.microsoft.com/office/powerpoint/2018/8/main">
  <p188:cm id="{44FC2A3D-5A80-4DA5-9BBF-4A0E8AFB6EBE}" authorId="{7073E3EB-5AB0-8156-8F2F-0EF2B7B9CBC8}" created="2025-04-08T16:19:52.938">
    <pc:sldMkLst xmlns:pc="http://schemas.microsoft.com/office/powerpoint/2013/main/command">
      <pc:docMk/>
      <pc:sldMk cId="2319507040" sldId="388"/>
    </pc:sldMkLst>
    <p188:txBody>
      <a:bodyPr/>
      <a:lstStyle/>
      <a:p>
        <a:r>
          <a:rPr lang="hu-HU"/>
          <a:t>For the functionality of the site, we used HTML, CSS, and Bootstrap on the frontend, while the backend was built with Laravel and MySQL.
For version control, we relied on GitHub.
Communication throughout the project was maintained via Messenger, Microsoft Teams, and Discord.</a:t>
        </a:r>
      </a:p>
    </p188:txBody>
  </p188:cm>
</p188:cmLst>
</file>

<file path=ppt/comments/modernComment_185_399D13C2.xml><?xml version="1.0" encoding="utf-8"?>
<p188:cmLst xmlns:a="http://schemas.openxmlformats.org/drawingml/2006/main" xmlns:r="http://schemas.openxmlformats.org/officeDocument/2006/relationships" xmlns:p188="http://schemas.microsoft.com/office/powerpoint/2018/8/main">
  <p188:cm id="{296D435D-8FD3-437C-A19F-346435904CA8}" authorId="{7073E3EB-5AB0-8156-8F2F-0EF2B7B9CBC8}" created="2025-04-08T16:21:01.730">
    <pc:sldMkLst xmlns:pc="http://schemas.microsoft.com/office/powerpoint/2013/main/command">
      <pc:docMk/>
      <pc:sldMk cId="966595522" sldId="389"/>
    </pc:sldMkLst>
    <p188:txBody>
      <a:bodyPr/>
      <a:lstStyle/>
      <a:p>
        <a:r>
          <a:rPr lang="hu-HU"/>
          <a:t>Here’s our SWOT analysis of the project, so you can see it from our perspective.
Our biggest strength is that we had flexible working hours, which allowed us to manage our time effectively and work at our own pace.
Our greatest weakness was that we had no prior experience with frameworks before starting this project. This lack of experience posed initial challenges, but also became one of our biggest opportunities—learning and mastering a new skill that will benefit us in future projects.
Additionally, we were fortunate to have support from our teachers, who were always available to help whenever we needed guidance, which was a major advantage.
We faced threats in the form of tight deadlines and pressure from the community, who frequently requested design changes. Managing these expectations while adhering to the timeline was a constant challenge.</a:t>
        </a:r>
      </a:p>
    </p188:txBody>
  </p188:cm>
</p188:cmLst>
</file>

<file path=ppt/comments/modernComment_188_B6DF11CB.xml><?xml version="1.0" encoding="utf-8"?>
<p188:cmLst xmlns:a="http://schemas.openxmlformats.org/drawingml/2006/main" xmlns:r="http://schemas.openxmlformats.org/officeDocument/2006/relationships" xmlns:p188="http://schemas.microsoft.com/office/powerpoint/2018/8/main">
  <p188:cm id="{4332EB7F-5E63-4146-A6E7-E17ACC89A734}" authorId="{7073E3EB-5AB0-8156-8F2F-0EF2B7B9CBC8}" created="2025-04-08T16:16:57.297">
    <pc:sldMkLst xmlns:pc="http://schemas.microsoft.com/office/powerpoint/2013/main/command">
      <pc:docMk/>
      <pc:sldMk cId="3068072395" sldId="392"/>
    </pc:sldMkLst>
    <p188:txBody>
      <a:bodyPr/>
      <a:lstStyle/>
      <a:p>
        <a:r>
          <a:rPr lang="hu-HU"/>
          <a:t>Thanks for your attention. </a:t>
        </a:r>
      </a:p>
    </p188:txBody>
  </p188:cm>
</p188:cmLst>
</file>

<file path=ppt/comments/modernComment_190_64FC6A7D.xml><?xml version="1.0" encoding="utf-8"?>
<p188:cmLst xmlns:a="http://schemas.openxmlformats.org/drawingml/2006/main" xmlns:r="http://schemas.openxmlformats.org/officeDocument/2006/relationships" xmlns:p188="http://schemas.microsoft.com/office/powerpoint/2018/8/main">
  <p188:cm id="{003FFD02-E693-44D0-9112-84B48B6391D6}" authorId="{7073E3EB-5AB0-8156-8F2F-0EF2B7B9CBC8}" created="2025-04-08T16:17:09.668">
    <pc:sldMkLst xmlns:pc="http://schemas.microsoft.com/office/powerpoint/2013/main/command">
      <pc:docMk/>
      <pc:sldMk cId="1694263933" sldId="400"/>
    </pc:sldMkLst>
    <p188:txBody>
      <a:bodyPr/>
      <a:lstStyle/>
      <a:p>
        <a:r>
          <a:rPr lang="hu-HU"/>
          <a:t>Up next, we plan to focus on further development and optimization of the system.
This includes introducing new features to enhance the user experience and increasing the system’s scalability to accommodate a larger user base.</a:t>
        </a:r>
      </a:p>
    </p188:txBody>
  </p188:cm>
</p188:cmLst>
</file>

<file path=ppt/comments/modernComment_197_C04ACB7A.xml><?xml version="1.0" encoding="utf-8"?>
<p188:cmLst xmlns:a="http://schemas.openxmlformats.org/drawingml/2006/main" xmlns:r="http://schemas.openxmlformats.org/officeDocument/2006/relationships" xmlns:p188="http://schemas.microsoft.com/office/powerpoint/2018/8/main">
  <p188:cm id="{B1F9A516-E529-494B-BD8C-707825DBE242}" authorId="{7073E3EB-5AB0-8156-8F2F-0EF2B7B9CBC8}" created="2025-04-08T16:17:56.033">
    <pc:sldMkLst xmlns:pc="http://schemas.microsoft.com/office/powerpoint/2013/main/command">
      <pc:docMk/>
      <pc:sldMk cId="3226127226" sldId="407"/>
    </pc:sldMkLst>
    <p188:txBody>
      <a:bodyPr/>
      <a:lstStyle/>
      <a:p>
        <a:r>
          <a:rPr lang="hu-HU"/>
          <a:t>We are very satisfied with the collaboration.
Although the final result differs from the original plan, we are still pleased with the outcome.
Going forward, we will work with more insights and lessons learned.</a:t>
        </a:r>
      </a:p>
    </p188:txBody>
  </p188:cm>
</p188:cmLst>
</file>

<file path=ppt/comments/modernComment_199_E865E0E7.xml><?xml version="1.0" encoding="utf-8"?>
<p188:cmLst xmlns:a="http://schemas.openxmlformats.org/drawingml/2006/main" xmlns:r="http://schemas.openxmlformats.org/officeDocument/2006/relationships" xmlns:p188="http://schemas.microsoft.com/office/powerpoint/2018/8/main">
  <p188:cm id="{66803076-FAB6-4EFA-97C8-7EED5166E32F}" authorId="{7073E3EB-5AB0-8156-8F2F-0EF2B7B9CBC8}" created="2025-04-08T16:22:20.208">
    <pc:sldMkLst xmlns:pc="http://schemas.microsoft.com/office/powerpoint/2013/main/command">
      <pc:docMk/>
      <pc:sldMk cId="3898990823" sldId="409"/>
    </pc:sldMkLst>
    <p188:txBody>
      <a:bodyPr/>
      <a:lstStyle/>
      <a:p>
        <a:r>
          <a:rPr lang="hu-HU"/>
          <a:t>We divided the tasks so that I was responsible for the frontend, database and the necessary functionalities related to it, while Martin worked on the backend.
Of course, we helped each other whenever we ran into difficulties.
A more detailed breakdown of our individual responsibilities can be seen in the table below — first mine, followed by Martin's later.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2623BC-5453-41D9-8AAA-DC8C046E78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F67D222-4B37-4341-A20E-5F7F6C3448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061D9A-746F-451D-A588-E1812F761F0E}" type="datetimeFigureOut">
              <a:rPr lang="en-US" smtClean="0"/>
              <a:t>4/14/2025</a:t>
            </a:fld>
            <a:endParaRPr lang="en-US" dirty="0"/>
          </a:p>
        </p:txBody>
      </p:sp>
      <p:sp>
        <p:nvSpPr>
          <p:cNvPr id="4" name="Footer Placeholder 3">
            <a:extLst>
              <a:ext uri="{FF2B5EF4-FFF2-40B4-BE49-F238E27FC236}">
                <a16:creationId xmlns:a16="http://schemas.microsoft.com/office/drawing/2014/main" id="{3B166901-B1E0-4CE0-9E4B-28767C873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9224F09-7EC3-4666-A1BC-C6E796D196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48A818-BD7E-4D23-9FDE-11234E869982}" type="slidenum">
              <a:rPr lang="en-US" smtClean="0"/>
              <a:t>‹#›</a:t>
            </a:fld>
            <a:endParaRPr lang="en-US" dirty="0"/>
          </a:p>
        </p:txBody>
      </p:sp>
    </p:spTree>
    <p:extLst>
      <p:ext uri="{BB962C8B-B14F-4D97-AF65-F5344CB8AC3E}">
        <p14:creationId xmlns:p14="http://schemas.microsoft.com/office/powerpoint/2010/main" val="2650667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AB2845-231E-434A-B678-E6CE4B27D651}" type="datetimeFigureOut">
              <a:rPr lang="en-US" smtClean="0"/>
              <a:t>4/14/2025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3A4303-F8B1-2446-9487-0E9B8F299762}" type="slidenum">
              <a:rPr lang="en-US" smtClean="0"/>
              <a:t>‹#›</a:t>
            </a:fld>
            <a:endParaRPr lang="en-US" dirty="0"/>
          </a:p>
        </p:txBody>
      </p:sp>
    </p:spTree>
    <p:extLst>
      <p:ext uri="{BB962C8B-B14F-4D97-AF65-F5344CB8AC3E}">
        <p14:creationId xmlns:p14="http://schemas.microsoft.com/office/powerpoint/2010/main" val="3731243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t>
            </a:r>
            <a:r>
              <a:rPr lang="en-US" dirty="0"/>
              <a:t>Good morning/afternoon. My name is </a:t>
            </a:r>
            <a:r>
              <a:rPr lang="hu-HU" dirty="0"/>
              <a:t>Zoé Urai, </a:t>
            </a:r>
            <a:r>
              <a:rPr lang="en-US" dirty="0"/>
              <a:t>and today </a:t>
            </a:r>
            <a:r>
              <a:rPr lang="hu-HU" dirty="0"/>
              <a:t>We</a:t>
            </a:r>
            <a:r>
              <a:rPr lang="en-US" dirty="0"/>
              <a:t> will present </a:t>
            </a:r>
            <a:r>
              <a:rPr lang="hu-HU" dirty="0" err="1"/>
              <a:t>our</a:t>
            </a:r>
            <a:r>
              <a:rPr lang="en-US" dirty="0"/>
              <a:t> project </a:t>
            </a:r>
            <a:r>
              <a:rPr lang="hu-HU" dirty="0"/>
              <a:t>Aranyhaj!</a:t>
            </a:r>
            <a:r>
              <a:rPr lang="en-US" dirty="0"/>
              <a:t> </a:t>
            </a:r>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1</a:t>
            </a:fld>
            <a:endParaRPr lang="en-US" dirty="0"/>
          </a:p>
        </p:txBody>
      </p:sp>
    </p:spTree>
    <p:extLst>
      <p:ext uri="{BB962C8B-B14F-4D97-AF65-F5344CB8AC3E}">
        <p14:creationId xmlns:p14="http://schemas.microsoft.com/office/powerpoint/2010/main" val="178478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t>
            </a:r>
            <a:r>
              <a:rPr lang="en-US" dirty="0"/>
              <a:t>Hello, I’m </a:t>
            </a:r>
            <a:r>
              <a:rPr lang="hu-HU"/>
              <a:t>Martin Panyik, </a:t>
            </a:r>
            <a:r>
              <a:rPr lang="en-US" dirty="0"/>
              <a:t>Let’s get started with my presentation.</a:t>
            </a:r>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2</a:t>
            </a:fld>
            <a:endParaRPr lang="en-US" dirty="0"/>
          </a:p>
        </p:txBody>
      </p:sp>
    </p:spTree>
    <p:extLst>
      <p:ext uri="{BB962C8B-B14F-4D97-AF65-F5344CB8AC3E}">
        <p14:creationId xmlns:p14="http://schemas.microsoft.com/office/powerpoint/2010/main" val="2105005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buNone/>
            </a:pPr>
            <a:r>
              <a:rPr lang="hu-HU" b="1" dirty="0"/>
              <a:t>🐈‍⬛</a:t>
            </a:r>
            <a:r>
              <a:rPr lang="en-US" b="1" dirty="0"/>
              <a:t>So, here's a quick overview of what we're going to talk about today:</a:t>
            </a:r>
            <a:endParaRPr lang="hu-HU" b="1" dirty="0"/>
          </a:p>
          <a:p>
            <a:pPr>
              <a:buNone/>
            </a:pPr>
            <a:endParaRPr lang="en-US" dirty="0"/>
          </a:p>
          <a:p>
            <a:pPr>
              <a:buFont typeface="+mj-lt"/>
              <a:buAutoNum type="arabicPeriod"/>
            </a:pPr>
            <a:r>
              <a:rPr lang="hu-HU" b="1" dirty="0"/>
              <a:t>🐈‍⬛</a:t>
            </a:r>
            <a:r>
              <a:rPr lang="en-US" b="1" dirty="0"/>
              <a:t>Introduction</a:t>
            </a:r>
            <a:r>
              <a:rPr lang="en-US" dirty="0"/>
              <a:t> – We'll kick things off by introducing ourselves and explaining the concept behind our project.</a:t>
            </a:r>
          </a:p>
          <a:p>
            <a:pPr>
              <a:buFont typeface="+mj-lt"/>
              <a:buAutoNum type="arabicPeriod"/>
            </a:pPr>
            <a:r>
              <a:rPr lang="hu-HU" b="1" dirty="0"/>
              <a:t>🐈‍⬛</a:t>
            </a:r>
            <a:r>
              <a:rPr lang="en-US" b="1" dirty="0"/>
              <a:t>Work Organization &amp; Planning</a:t>
            </a:r>
            <a:r>
              <a:rPr lang="en-US" dirty="0"/>
              <a:t> – Next, we’ll dive into how we organized the work, including the planning process,</a:t>
            </a:r>
            <a:r>
              <a:rPr lang="hu-HU" dirty="0"/>
              <a:t>.</a:t>
            </a:r>
            <a:r>
              <a:rPr lang="en-US" dirty="0"/>
              <a:t>.</a:t>
            </a:r>
          </a:p>
          <a:p>
            <a:pPr>
              <a:buFont typeface="+mj-lt"/>
              <a:buAutoNum type="arabicPeriod"/>
            </a:pPr>
            <a:r>
              <a:rPr lang="hu-HU" b="1" dirty="0"/>
              <a:t>🐤</a:t>
            </a:r>
            <a:r>
              <a:rPr lang="en-US" b="1" dirty="0"/>
              <a:t>Technical Details</a:t>
            </a:r>
            <a:r>
              <a:rPr lang="en-US" dirty="0"/>
              <a:t> – We’ll take you </a:t>
            </a:r>
            <a:r>
              <a:rPr lang="en-US" u="sng" dirty="0"/>
              <a:t>through</a:t>
            </a:r>
            <a:r>
              <a:rPr lang="en-US" dirty="0"/>
              <a:t> the tools we used, the challenges we </a:t>
            </a:r>
            <a:r>
              <a:rPr lang="en-US" u="sng" dirty="0"/>
              <a:t>encountered</a:t>
            </a:r>
            <a:r>
              <a:rPr lang="en-US" dirty="0"/>
              <a:t>, and how we tested our solution.</a:t>
            </a:r>
          </a:p>
          <a:p>
            <a:pPr>
              <a:buFont typeface="+mj-lt"/>
              <a:buAutoNum type="arabicPeriod"/>
            </a:pPr>
            <a:r>
              <a:rPr lang="hu-HU" b="1" dirty="0"/>
              <a:t>🐤</a:t>
            </a:r>
            <a:r>
              <a:rPr lang="en-US" b="1" dirty="0"/>
              <a:t>Teamwork Reflection &amp; Results</a:t>
            </a:r>
            <a:r>
              <a:rPr lang="en-US" dirty="0"/>
              <a:t> – To wrap up, we’ll reflect on our teamwork and present the final results of the project.</a:t>
            </a:r>
          </a:p>
        </p:txBody>
      </p:sp>
      <p:sp>
        <p:nvSpPr>
          <p:cNvPr id="4" name="Dia számának helye 3"/>
          <p:cNvSpPr>
            <a:spLocks noGrp="1"/>
          </p:cNvSpPr>
          <p:nvPr>
            <p:ph type="sldNum" sz="quarter" idx="5"/>
          </p:nvPr>
        </p:nvSpPr>
        <p:spPr/>
        <p:txBody>
          <a:bodyPr/>
          <a:lstStyle/>
          <a:p>
            <a:fld id="{943A4303-F8B1-2446-9487-0E9B8F299762}" type="slidenum">
              <a:rPr lang="en-US" smtClean="0"/>
              <a:t>3</a:t>
            </a:fld>
            <a:endParaRPr lang="en-US" dirty="0"/>
          </a:p>
        </p:txBody>
      </p:sp>
    </p:spTree>
    <p:extLst>
      <p:ext uri="{BB962C8B-B14F-4D97-AF65-F5344CB8AC3E}">
        <p14:creationId xmlns:p14="http://schemas.microsoft.com/office/powerpoint/2010/main" val="2258604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buNone/>
            </a:pPr>
            <a:r>
              <a:rPr lang="hu-HU" b="1" dirty="0"/>
              <a:t>🐤</a:t>
            </a:r>
            <a:r>
              <a:rPr lang="en-US" b="1" dirty="0"/>
              <a:t>Why did we make this project?</a:t>
            </a:r>
            <a:br>
              <a:rPr lang="en-US" dirty="0"/>
            </a:br>
            <a:r>
              <a:rPr lang="en-US" dirty="0"/>
              <a:t>The goal behind </a:t>
            </a:r>
            <a:r>
              <a:rPr lang="en-US" i="1" dirty="0" err="1"/>
              <a:t>Aranyhaj</a:t>
            </a:r>
            <a:r>
              <a:rPr lang="en-US" dirty="0"/>
              <a:t> is to provide an easy and centralized platform for those who want to donate hair and other resources to children in need of wigs.</a:t>
            </a:r>
            <a:endParaRPr lang="hu-HU" dirty="0"/>
          </a:p>
          <a:p>
            <a:pPr>
              <a:buNone/>
            </a:pPr>
            <a:r>
              <a:rPr lang="en-US" dirty="0"/>
              <a:t>We wanted to create something that bridges the gap between donors and organizations, making it easier for people to contribute and for recipients to access the resources they need.</a:t>
            </a:r>
          </a:p>
          <a:p>
            <a:endParaRPr lang="hu-HU" b="1" dirty="0"/>
          </a:p>
          <a:p>
            <a:r>
              <a:rPr lang="hu-HU" b="1" dirty="0"/>
              <a:t>🐈‍⬛</a:t>
            </a:r>
            <a:r>
              <a:rPr lang="en-US" b="1" dirty="0"/>
              <a:t>What is our goal?</a:t>
            </a:r>
            <a:br>
              <a:rPr lang="en-US" dirty="0"/>
            </a:br>
            <a:r>
              <a:rPr lang="en-US" dirty="0"/>
              <a:t>Our goal is to streamline the donation process and raise awareness about the importance of hair donations for medical purposes. Through this project, we aim to empower individuals and salons to contribute to this cause, while also making a significant difference in the lives of children facing medical challenges.</a:t>
            </a:r>
          </a:p>
          <a:p>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4</a:t>
            </a:fld>
            <a:endParaRPr lang="en-US" dirty="0"/>
          </a:p>
        </p:txBody>
      </p:sp>
    </p:spTree>
    <p:extLst>
      <p:ext uri="{BB962C8B-B14F-4D97-AF65-F5344CB8AC3E}">
        <p14:creationId xmlns:p14="http://schemas.microsoft.com/office/powerpoint/2010/main" val="1684213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buNone/>
            </a:pPr>
            <a:r>
              <a:rPr lang="hu-HU" dirty="0"/>
              <a:t>🐤Íme a projektünk SWOT elemzése:</a:t>
            </a:r>
          </a:p>
          <a:p>
            <a:pPr>
              <a:buNone/>
            </a:pPr>
            <a:endParaRPr lang="hu-HU" dirty="0"/>
          </a:p>
          <a:p>
            <a:pPr>
              <a:buNone/>
            </a:pPr>
            <a:r>
              <a:rPr lang="hu-HU" b="1" dirty="0"/>
              <a:t>🐤Erősségek:</a:t>
            </a:r>
            <a:br>
              <a:rPr lang="hu-HU" dirty="0"/>
            </a:br>
            <a:r>
              <a:rPr lang="hu-HU" dirty="0"/>
              <a:t>A legnagyobb erősségünk az volt, hogy bárhonnan, bármikor dolgozhattunk a munkánkon. Ebben sokat segített a GitHub-hogy a legfrissebb verzióval dolgozhassunk másik eszközön otthon.</a:t>
            </a:r>
          </a:p>
          <a:p>
            <a:pPr>
              <a:buNone/>
            </a:pPr>
            <a:endParaRPr lang="hu-HU" dirty="0"/>
          </a:p>
          <a:p>
            <a:pPr marL="0" marR="0" lvl="0" indent="0" algn="l" defTabSz="914400" rtl="0" eaLnBrk="1" fontAlgn="auto" latinLnBrk="0" hangingPunct="1">
              <a:lnSpc>
                <a:spcPct val="100000"/>
              </a:lnSpc>
              <a:spcBef>
                <a:spcPts val="0"/>
              </a:spcBef>
              <a:spcAft>
                <a:spcPts val="0"/>
              </a:spcAft>
              <a:buClrTx/>
              <a:buSzTx/>
              <a:buFontTx/>
              <a:buNone/>
              <a:tabLst/>
              <a:defRPr/>
            </a:pPr>
            <a:r>
              <a:rPr lang="hu-HU" b="1" dirty="0"/>
              <a:t>🐈‍⬛Lehetőségek:</a:t>
            </a:r>
            <a:br>
              <a:rPr lang="hu-HU" dirty="0"/>
            </a:br>
            <a:r>
              <a:rPr lang="hu-HU" dirty="0"/>
              <a:t>Emellett szerencsére támogatást kaptunk a tanárainktól, akik mindig elérhetőek voltak, amikor útmutatásra volt szükségünk, ami nagy előnyt jelentett.</a:t>
            </a:r>
          </a:p>
          <a:p>
            <a:pPr>
              <a:buNone/>
            </a:pPr>
            <a:endParaRPr lang="hu-HU" dirty="0"/>
          </a:p>
          <a:p>
            <a:pPr>
              <a:buNone/>
            </a:pPr>
            <a:endParaRPr lang="hu-HU" dirty="0"/>
          </a:p>
          <a:p>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5</a:t>
            </a:fld>
            <a:endParaRPr lang="en-US" dirty="0"/>
          </a:p>
        </p:txBody>
      </p:sp>
    </p:spTree>
    <p:extLst>
      <p:ext uri="{BB962C8B-B14F-4D97-AF65-F5344CB8AC3E}">
        <p14:creationId xmlns:p14="http://schemas.microsoft.com/office/powerpoint/2010/main" val="117256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buNone/>
            </a:pPr>
            <a:r>
              <a:rPr lang="hu-HU" dirty="0"/>
              <a:t>🐤A kihívások, amikkel szembesültünk, főként az alábbiak miatt merültek fel:</a:t>
            </a:r>
          </a:p>
          <a:p>
            <a:pPr>
              <a:buNone/>
            </a:pPr>
            <a:endParaRPr lang="hu-HU" dirty="0"/>
          </a:p>
          <a:p>
            <a:pPr>
              <a:buNone/>
            </a:pPr>
            <a:r>
              <a:rPr lang="hu-HU" b="1" dirty="0"/>
              <a:t>🐤Keretrendszer:</a:t>
            </a:r>
            <a:br>
              <a:rPr lang="hu-HU" dirty="0"/>
            </a:br>
            <a:r>
              <a:rPr lang="hu-HU" dirty="0"/>
              <a:t>Mivel egy olyan keretrendszerrel dolgoztunk (</a:t>
            </a:r>
            <a:r>
              <a:rPr lang="hu-HU" dirty="0" err="1"/>
              <a:t>Laravel</a:t>
            </a:r>
            <a:r>
              <a:rPr lang="hu-HU" dirty="0"/>
              <a:t>), amivel korábban nem volt tapasztalatunk, meredek tanulási görbével kellett szembenéznünk. Időt vett igénybe, hogy megismerkedjünk a keretrendszer struktúrájával és </a:t>
            </a:r>
            <a:r>
              <a:rPr lang="hu-HU" i="1" dirty="0"/>
              <a:t>konvencióival</a:t>
            </a:r>
            <a:r>
              <a:rPr lang="hu-HU" dirty="0"/>
              <a:t>, ami kezdetben lelassította a haladást.</a:t>
            </a:r>
          </a:p>
          <a:p>
            <a:pPr>
              <a:buNone/>
            </a:pPr>
            <a:endParaRPr lang="hu-HU" dirty="0"/>
          </a:p>
          <a:p>
            <a:pPr>
              <a:buNone/>
            </a:pPr>
            <a:r>
              <a:rPr lang="hu-HU" b="1" dirty="0"/>
              <a:t>🐈‍⬛Csapatmunka:</a:t>
            </a:r>
            <a:br>
              <a:rPr lang="hu-HU" dirty="0"/>
            </a:br>
            <a:r>
              <a:rPr lang="hu-HU" dirty="0"/>
              <a:t>Bár remek csapatunk volt, a feladatok koordinálása és a tiszta kommunikáció fenntartása időnként kihívást jelentett. A félreértések és a késlekedő visszajelzések miatt nehéz volt a megfelelő irányban haladni.</a:t>
            </a:r>
          </a:p>
          <a:p>
            <a:pPr>
              <a:buNone/>
            </a:pPr>
            <a:endParaRPr lang="hu-HU" dirty="0"/>
          </a:p>
          <a:p>
            <a:r>
              <a:rPr lang="hu-HU" b="1" dirty="0"/>
              <a:t>🐈‍⬛Határidő:</a:t>
            </a:r>
            <a:br>
              <a:rPr lang="hu-HU" dirty="0"/>
            </a:br>
            <a:r>
              <a:rPr lang="hu-HU" dirty="0"/>
              <a:t>A szoros határidő nagy nyomást helyezett ránk, különösen akkor, amikor új technológiákat kellett elsajátítanunk menet közben. Végül lemaradtunk a tervektől, ami további stresszt okozott, miközben igyekeztünk időben befejezni a projektet.</a:t>
            </a:r>
          </a:p>
          <a:p>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6</a:t>
            </a:fld>
            <a:endParaRPr lang="en-US" dirty="0"/>
          </a:p>
        </p:txBody>
      </p:sp>
    </p:spTree>
    <p:extLst>
      <p:ext uri="{BB962C8B-B14F-4D97-AF65-F5344CB8AC3E}">
        <p14:creationId xmlns:p14="http://schemas.microsoft.com/office/powerpoint/2010/main" val="3866640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How did we bring this idea to life? Here’s how we made it happen...</a:t>
            </a:r>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7</a:t>
            </a:fld>
            <a:endParaRPr lang="en-US" dirty="0"/>
          </a:p>
        </p:txBody>
      </p:sp>
    </p:spTree>
    <p:extLst>
      <p:ext uri="{BB962C8B-B14F-4D97-AF65-F5344CB8AC3E}">
        <p14:creationId xmlns:p14="http://schemas.microsoft.com/office/powerpoint/2010/main" val="263296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DAD03-5273-0C73-C8E1-E21F8BE86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90A35-77A1-891A-6E50-CA2408E7F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3569EB-EBFC-46D9-DCFE-B76789B5D98D}"/>
              </a:ext>
            </a:extLst>
          </p:cNvPr>
          <p:cNvSpPr>
            <a:spLocks noGrp="1"/>
          </p:cNvSpPr>
          <p:nvPr>
            <p:ph type="body" idx="1"/>
          </p:nvPr>
        </p:nvSpPr>
        <p:spPr/>
        <p:txBody>
          <a:bodyPr/>
          <a:lstStyle/>
          <a:p>
            <a:r>
              <a:rPr lang="hu-HU" dirty="0"/>
              <a:t>🐤A feladatokat úgy osztottuk el, hogy én feleltem a frontendért, az adatbázisért és a hozzá kapcsolódó szükséges funkciókért, míg Martin a backenddel dolgozott.</a:t>
            </a:r>
            <a:br>
              <a:rPr lang="hu-HU" dirty="0"/>
            </a:br>
            <a:r>
              <a:rPr lang="hu-HU" dirty="0"/>
              <a:t>Természetesen segítettük egymást, amikor nehézségeink adódtak.</a:t>
            </a:r>
            <a:br>
              <a:rPr lang="hu-HU" dirty="0"/>
            </a:br>
            <a:r>
              <a:rPr lang="hu-HU" dirty="0"/>
              <a:t>A részletesebb feladatmegfelelésünket az alábbi táblázatban látható — először az én feladataim, később pedig Martiné.</a:t>
            </a:r>
          </a:p>
        </p:txBody>
      </p:sp>
      <p:sp>
        <p:nvSpPr>
          <p:cNvPr id="4" name="Slide Number Placeholder 3">
            <a:extLst>
              <a:ext uri="{FF2B5EF4-FFF2-40B4-BE49-F238E27FC236}">
                <a16:creationId xmlns:a16="http://schemas.microsoft.com/office/drawing/2014/main" id="{4A809EDB-4465-7CB2-139B-99AD94D9C5C4}"/>
              </a:ext>
            </a:extLst>
          </p:cNvPr>
          <p:cNvSpPr>
            <a:spLocks noGrp="1"/>
          </p:cNvSpPr>
          <p:nvPr>
            <p:ph type="sldNum" sz="quarter" idx="5"/>
          </p:nvPr>
        </p:nvSpPr>
        <p:spPr/>
        <p:txBody>
          <a:bodyPr/>
          <a:lstStyle/>
          <a:p>
            <a:fld id="{943A4303-F8B1-2446-9487-0E9B8F299762}" type="slidenum">
              <a:rPr lang="en-US" smtClean="0"/>
              <a:t>8</a:t>
            </a:fld>
            <a:endParaRPr lang="en-US" dirty="0"/>
          </a:p>
        </p:txBody>
      </p:sp>
    </p:spTree>
    <p:extLst>
      <p:ext uri="{BB962C8B-B14F-4D97-AF65-F5344CB8AC3E}">
        <p14:creationId xmlns:p14="http://schemas.microsoft.com/office/powerpoint/2010/main" val="2958494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F025-304C-FB6E-A7F8-F62F41168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39BDA-B1A3-E762-2027-198590A34D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96AA2-4FEC-C80D-5480-F92A1620BBC8}"/>
              </a:ext>
            </a:extLst>
          </p:cNvPr>
          <p:cNvSpPr>
            <a:spLocks noGrp="1"/>
          </p:cNvSpPr>
          <p:nvPr>
            <p:ph type="body" idx="1"/>
          </p:nvPr>
        </p:nvSpPr>
        <p:spPr/>
        <p:txBody>
          <a:bodyPr/>
          <a:lstStyle/>
          <a:p>
            <a:r>
              <a:rPr lang="hu-HU" dirty="0"/>
              <a:t>🐈‍⬛Főként az </a:t>
            </a:r>
            <a:r>
              <a:rPr lang="hu-HU" dirty="0" err="1"/>
              <a:t>admin</a:t>
            </a:r>
            <a:r>
              <a:rPr lang="hu-HU" dirty="0"/>
              <a:t> felületen, valamint a kontrollereken és modelleken dolgoztam.</a:t>
            </a:r>
            <a:br>
              <a:rPr lang="hu-HU" dirty="0"/>
            </a:br>
            <a:r>
              <a:rPr lang="hu-HU" dirty="0"/>
              <a:t>Azonban Zoénak is segítettem, amikor nehézségei adódtak.</a:t>
            </a:r>
          </a:p>
        </p:txBody>
      </p:sp>
      <p:sp>
        <p:nvSpPr>
          <p:cNvPr id="4" name="Slide Number Placeholder 3">
            <a:extLst>
              <a:ext uri="{FF2B5EF4-FFF2-40B4-BE49-F238E27FC236}">
                <a16:creationId xmlns:a16="http://schemas.microsoft.com/office/drawing/2014/main" id="{FA30E532-73F3-A1F1-C778-2CEA6965B8F4}"/>
              </a:ext>
            </a:extLst>
          </p:cNvPr>
          <p:cNvSpPr>
            <a:spLocks noGrp="1"/>
          </p:cNvSpPr>
          <p:nvPr>
            <p:ph type="sldNum" sz="quarter" idx="5"/>
          </p:nvPr>
        </p:nvSpPr>
        <p:spPr/>
        <p:txBody>
          <a:bodyPr/>
          <a:lstStyle/>
          <a:p>
            <a:fld id="{943A4303-F8B1-2446-9487-0E9B8F299762}" type="slidenum">
              <a:rPr lang="en-US" smtClean="0"/>
              <a:t>9</a:t>
            </a:fld>
            <a:endParaRPr lang="en-US" dirty="0"/>
          </a:p>
        </p:txBody>
      </p:sp>
    </p:spTree>
    <p:extLst>
      <p:ext uri="{BB962C8B-B14F-4D97-AF65-F5344CB8AC3E}">
        <p14:creationId xmlns:p14="http://schemas.microsoft.com/office/powerpoint/2010/main" val="2258046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🐤Időpontokat ütemeztünk, hogy meghatározzuk, mit kell elvégezni és mikorra, de az eredeti terv alapján végül egy hónapos csúszást </a:t>
            </a:r>
            <a:r>
              <a:rPr lang="hu-HU" i="1" dirty="0">
                <a:solidFill>
                  <a:srgbClr val="FF0000"/>
                </a:solidFill>
                <a:highlight>
                  <a:srgbClr val="808080"/>
                </a:highlight>
              </a:rPr>
              <a:t>szenvedtünk el.</a:t>
            </a:r>
            <a:br>
              <a:rPr lang="hu-HU" dirty="0"/>
            </a:br>
            <a:r>
              <a:rPr lang="hu-HU" dirty="0"/>
              <a:t>Végül ez lett a végső ütemtervünk.</a:t>
            </a:r>
          </a:p>
        </p:txBody>
      </p:sp>
      <p:sp>
        <p:nvSpPr>
          <p:cNvPr id="4" name="Dia számának helye 3"/>
          <p:cNvSpPr>
            <a:spLocks noGrp="1"/>
          </p:cNvSpPr>
          <p:nvPr>
            <p:ph type="sldNum" sz="quarter" idx="5"/>
          </p:nvPr>
        </p:nvSpPr>
        <p:spPr/>
        <p:txBody>
          <a:bodyPr/>
          <a:lstStyle/>
          <a:p>
            <a:fld id="{943A4303-F8B1-2446-9487-0E9B8F299762}" type="slidenum">
              <a:rPr lang="en-US" smtClean="0"/>
              <a:t>10</a:t>
            </a:fld>
            <a:endParaRPr lang="en-US" dirty="0"/>
          </a:p>
        </p:txBody>
      </p:sp>
    </p:spTree>
    <p:extLst>
      <p:ext uri="{BB962C8B-B14F-4D97-AF65-F5344CB8AC3E}">
        <p14:creationId xmlns:p14="http://schemas.microsoft.com/office/powerpoint/2010/main" val="3845103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weboldal funkcionalitása érdekében HTML-t, CSS-t és </a:t>
            </a:r>
            <a:r>
              <a:rPr lang="hu-HU" dirty="0" err="1"/>
              <a:t>Bootstrapet</a:t>
            </a:r>
            <a:r>
              <a:rPr lang="hu-HU" dirty="0"/>
              <a:t> használtunk a frontendhez. </a:t>
            </a:r>
            <a:r>
              <a:rPr lang="hu-HU" dirty="0" err="1"/>
              <a:t>Laravel</a:t>
            </a:r>
            <a:r>
              <a:rPr lang="hu-HU" dirty="0"/>
              <a:t> keretrendszert használtuk annak is a 10.0-ás változatát, mivel a 11-nél már Mesterséges Intelligencia sokat segít, de mi megakartuk tanulni egyes elemek működését. </a:t>
            </a:r>
            <a:r>
              <a:rPr lang="hu-HU" dirty="0" err="1"/>
              <a:t>MySQL</a:t>
            </a:r>
            <a:r>
              <a:rPr lang="hu-HU" dirty="0"/>
              <a:t> adatbázissal kiegészítve az adatok kezelésére.</a:t>
            </a:r>
          </a:p>
          <a:p>
            <a:r>
              <a:rPr lang="hu-HU" dirty="0"/>
              <a:t>🐤A verziókezelést GitHub-on végeztük.</a:t>
            </a:r>
            <a:br>
              <a:rPr lang="hu-HU" dirty="0"/>
            </a:br>
            <a:r>
              <a:rPr lang="hu-HU" dirty="0"/>
              <a:t>A projekt során a kommunikációt Messenger, </a:t>
            </a:r>
            <a:r>
              <a:rPr lang="hu-HU" dirty="0" err="1"/>
              <a:t>Teams</a:t>
            </a:r>
            <a:r>
              <a:rPr lang="hu-HU" dirty="0"/>
              <a:t>-en és </a:t>
            </a:r>
            <a:r>
              <a:rPr lang="hu-HU" dirty="0" err="1"/>
              <a:t>Discord</a:t>
            </a:r>
            <a:r>
              <a:rPr lang="hu-HU" dirty="0"/>
              <a:t> segítségével tartottuk fenn.</a:t>
            </a:r>
          </a:p>
        </p:txBody>
      </p:sp>
      <p:sp>
        <p:nvSpPr>
          <p:cNvPr id="4" name="Dia számának helye 3"/>
          <p:cNvSpPr>
            <a:spLocks noGrp="1"/>
          </p:cNvSpPr>
          <p:nvPr>
            <p:ph type="sldNum" sz="quarter" idx="5"/>
          </p:nvPr>
        </p:nvSpPr>
        <p:spPr/>
        <p:txBody>
          <a:bodyPr/>
          <a:lstStyle/>
          <a:p>
            <a:fld id="{943A4303-F8B1-2446-9487-0E9B8F299762}" type="slidenum">
              <a:rPr lang="en-US" smtClean="0"/>
              <a:t>11</a:t>
            </a:fld>
            <a:endParaRPr lang="en-US" dirty="0"/>
          </a:p>
        </p:txBody>
      </p:sp>
    </p:spTree>
    <p:extLst>
      <p:ext uri="{BB962C8B-B14F-4D97-AF65-F5344CB8AC3E}">
        <p14:creationId xmlns:p14="http://schemas.microsoft.com/office/powerpoint/2010/main" val="3476504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🐈‍⬛Rájöttünk, hogy még sokat kell tanulnunk a megfelelő tesztelésről.</a:t>
            </a:r>
            <a:br>
              <a:rPr lang="hu-HU" dirty="0"/>
            </a:br>
            <a:r>
              <a:rPr lang="hu-HU" dirty="0"/>
              <a:t>Főként egységteszteket futtattunk.</a:t>
            </a:r>
            <a:br>
              <a:rPr lang="hu-HU" dirty="0"/>
            </a:br>
            <a:r>
              <a:rPr lang="hu-HU" dirty="0"/>
              <a:t>🐤Én elsősorban a design és a felhasználói élmény teszteléséért voltam felelős,</a:t>
            </a:r>
            <a:br>
              <a:rPr lang="hu-HU" dirty="0"/>
            </a:br>
            <a:r>
              <a:rPr lang="hu-HU" dirty="0"/>
              <a:t>míg Martin a backend, a szerver és az adatbázis tesztelését végezte.</a:t>
            </a:r>
          </a:p>
        </p:txBody>
      </p:sp>
      <p:sp>
        <p:nvSpPr>
          <p:cNvPr id="4" name="Dia számának helye 3"/>
          <p:cNvSpPr>
            <a:spLocks noGrp="1"/>
          </p:cNvSpPr>
          <p:nvPr>
            <p:ph type="sldNum" sz="quarter" idx="5"/>
          </p:nvPr>
        </p:nvSpPr>
        <p:spPr/>
        <p:txBody>
          <a:bodyPr/>
          <a:lstStyle/>
          <a:p>
            <a:fld id="{943A4303-F8B1-2446-9487-0E9B8F299762}" type="slidenum">
              <a:rPr lang="en-US" smtClean="0"/>
              <a:t>12</a:t>
            </a:fld>
            <a:endParaRPr lang="en-US" dirty="0"/>
          </a:p>
        </p:txBody>
      </p:sp>
    </p:spTree>
    <p:extLst>
      <p:ext uri="{BB962C8B-B14F-4D97-AF65-F5344CB8AC3E}">
        <p14:creationId xmlns:p14="http://schemas.microsoft.com/office/powerpoint/2010/main" val="2320037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noProof="1"/>
              <a:t>🐤Itt a programmunk</a:t>
            </a:r>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13</a:t>
            </a:fld>
            <a:endParaRPr lang="en-US" dirty="0"/>
          </a:p>
        </p:txBody>
      </p:sp>
    </p:spTree>
    <p:extLst>
      <p:ext uri="{BB962C8B-B14F-4D97-AF65-F5344CB8AC3E}">
        <p14:creationId xmlns:p14="http://schemas.microsoft.com/office/powerpoint/2010/main" val="350241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🐈‍⬛Nagyon elégedettek vagyunk az együttműködéssel.</a:t>
            </a:r>
            <a:br>
              <a:rPr lang="hu-HU" dirty="0"/>
            </a:br>
            <a:r>
              <a:rPr lang="hu-HU" dirty="0"/>
              <a:t>Bár a végső eredmény eltér az eredeti tervtől, mégis elégedettek vagyunk a kész munkával.</a:t>
            </a:r>
            <a:br>
              <a:rPr lang="hu-HU" dirty="0"/>
            </a:br>
            <a:r>
              <a:rPr lang="hu-HU" dirty="0"/>
              <a:t>A jövőben még több tapasztalattal és tanulsággal fogjuk fejleszteni </a:t>
            </a:r>
            <a:r>
              <a:rPr lang="hu-HU"/>
              <a:t>a projektet.</a:t>
            </a:r>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14</a:t>
            </a:fld>
            <a:endParaRPr lang="en-US" dirty="0"/>
          </a:p>
        </p:txBody>
      </p:sp>
    </p:spTree>
    <p:extLst>
      <p:ext uri="{BB962C8B-B14F-4D97-AF65-F5344CB8AC3E}">
        <p14:creationId xmlns:p14="http://schemas.microsoft.com/office/powerpoint/2010/main" val="3865369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következő lépésben a rendszer további fejlesztésére és optimalizálására összpontosítunk.</a:t>
            </a:r>
            <a:br>
              <a:rPr lang="hu-HU" dirty="0"/>
            </a:br>
            <a:r>
              <a:rPr lang="hu-HU" dirty="0"/>
              <a:t>Ez magában foglalja új funkciók bevezetését a felhasználói élmény javítása érdekében, </a:t>
            </a:r>
            <a:r>
              <a:rPr lang="hu-HU" b="0" i="1" dirty="0"/>
              <a:t>valamint a rendszer skálázhatóságának növelését, hogy képes legyen nagyobb felhasználói bázis kiszolgálására.</a:t>
            </a:r>
          </a:p>
          <a:p>
            <a:endParaRPr lang="hu-HU" dirty="0"/>
          </a:p>
        </p:txBody>
      </p:sp>
      <p:sp>
        <p:nvSpPr>
          <p:cNvPr id="4" name="Dia számának helye 3"/>
          <p:cNvSpPr>
            <a:spLocks noGrp="1"/>
          </p:cNvSpPr>
          <p:nvPr>
            <p:ph type="sldNum" sz="quarter" idx="5"/>
          </p:nvPr>
        </p:nvSpPr>
        <p:spPr/>
        <p:txBody>
          <a:bodyPr/>
          <a:lstStyle/>
          <a:p>
            <a:fld id="{943A4303-F8B1-2446-9487-0E9B8F299762}" type="slidenum">
              <a:rPr lang="en-US" smtClean="0"/>
              <a:t>15</a:t>
            </a:fld>
            <a:endParaRPr lang="en-US" dirty="0"/>
          </a:p>
        </p:txBody>
      </p:sp>
    </p:spTree>
    <p:extLst>
      <p:ext uri="{BB962C8B-B14F-4D97-AF65-F5344CB8AC3E}">
        <p14:creationId xmlns:p14="http://schemas.microsoft.com/office/powerpoint/2010/main" val="2691850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Köszönjük a figyelmet! </a:t>
            </a:r>
            <a:endParaRPr lang="hu-HU" dirty="0">
              <a:solidFill>
                <a:schemeClr val="bg2">
                  <a:lumMod val="50000"/>
                </a:schemeClr>
              </a:solidFill>
              <a:highlight>
                <a:srgbClr val="808080"/>
              </a:highlight>
            </a:endParaRPr>
          </a:p>
        </p:txBody>
      </p:sp>
      <p:sp>
        <p:nvSpPr>
          <p:cNvPr id="4" name="Dia számának helye 3"/>
          <p:cNvSpPr>
            <a:spLocks noGrp="1"/>
          </p:cNvSpPr>
          <p:nvPr>
            <p:ph type="sldNum" sz="quarter" idx="5"/>
          </p:nvPr>
        </p:nvSpPr>
        <p:spPr/>
        <p:txBody>
          <a:bodyPr/>
          <a:lstStyle/>
          <a:p>
            <a:fld id="{943A4303-F8B1-2446-9487-0E9B8F299762}" type="slidenum">
              <a:rPr lang="en-US" smtClean="0"/>
              <a:t>16</a:t>
            </a:fld>
            <a:endParaRPr lang="en-US" dirty="0"/>
          </a:p>
        </p:txBody>
      </p:sp>
    </p:spTree>
    <p:extLst>
      <p:ext uri="{BB962C8B-B14F-4D97-AF65-F5344CB8AC3E}">
        <p14:creationId xmlns:p14="http://schemas.microsoft.com/office/powerpoint/2010/main" val="4065814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159547C-AB38-C793-550F-7C7D6CEE22D9}"/>
              </a:ext>
            </a:extLst>
          </p:cNvPr>
          <p:cNvSpPr>
            <a:spLocks noGrp="1"/>
          </p:cNvSpPr>
          <p:nvPr>
            <p:ph type="ctrTitle" hasCustomPrompt="1"/>
          </p:nvPr>
        </p:nvSpPr>
        <p:spPr>
          <a:xfrm>
            <a:off x="578224" y="-1"/>
            <a:ext cx="11035552" cy="6858001"/>
          </a:xfrm>
          <a:noFill/>
        </p:spPr>
        <p:txBody>
          <a:bodyPr lIns="0" tIns="0" rIns="0" bIns="0" anchor="ctr">
            <a:noAutofit/>
          </a:bodyPr>
          <a:lstStyle>
            <a:lvl1pPr algn="l">
              <a:defRPr sz="8000" kern="1200" spc="1000" baseline="0">
                <a:ln>
                  <a:noFill/>
                </a:ln>
                <a:solidFill>
                  <a:srgbClr val="CB6E50"/>
                </a:solidFill>
                <a:latin typeface="+mj-lt"/>
              </a:defRPr>
            </a:lvl1pPr>
          </a:lstStyle>
          <a:p>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p>
        </p:txBody>
      </p:sp>
      <p:sp>
        <p:nvSpPr>
          <p:cNvPr id="8" name="Picture Placeholder 26">
            <a:extLst>
              <a:ext uri="{FF2B5EF4-FFF2-40B4-BE49-F238E27FC236}">
                <a16:creationId xmlns:a16="http://schemas.microsoft.com/office/drawing/2014/main" id="{C0B4C216-E27C-7A50-CF5C-D340913FF5A4}"/>
              </a:ext>
            </a:extLst>
          </p:cNvPr>
          <p:cNvSpPr>
            <a:spLocks noGrp="1"/>
          </p:cNvSpPr>
          <p:nvPr>
            <p:ph type="pic" sz="quarter" idx="10"/>
          </p:nvPr>
        </p:nvSpPr>
        <p:spPr>
          <a:xfrm>
            <a:off x="7528308" y="604554"/>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tx2">
              <a:lumMod val="75000"/>
            </a:schemeClr>
          </a:solidFill>
        </p:spPr>
        <p:txBody>
          <a:bodyPr wrap="square" anchor="ctr">
            <a:noAutofit/>
          </a:bodyPr>
          <a:lstStyle>
            <a:lvl1pPr marL="0" indent="0" algn="ctr">
              <a:buNone/>
              <a:defRPr sz="1400" b="0" i="0">
                <a:solidFill>
                  <a:schemeClr val="bg1"/>
                </a:solidFill>
                <a:latin typeface="Avenir Book" panose="02000503020000020003" pitchFamily="2" charset="0"/>
              </a:defRPr>
            </a:lvl1pPr>
          </a:lstStyle>
          <a:p>
            <a:endParaRPr lang="en-US" dirty="0"/>
          </a:p>
        </p:txBody>
      </p:sp>
      <p:sp>
        <p:nvSpPr>
          <p:cNvPr id="3" name="Subtitle 2">
            <a:extLst>
              <a:ext uri="{FF2B5EF4-FFF2-40B4-BE49-F238E27FC236}">
                <a16:creationId xmlns:a16="http://schemas.microsoft.com/office/drawing/2014/main" id="{E0C4CF15-8EEB-3E61-A35B-A44FACDCD36B}"/>
              </a:ext>
            </a:extLst>
          </p:cNvPr>
          <p:cNvSpPr>
            <a:spLocks noGrp="1"/>
          </p:cNvSpPr>
          <p:nvPr>
            <p:ph type="subTitle" idx="1"/>
          </p:nvPr>
        </p:nvSpPr>
        <p:spPr>
          <a:xfrm>
            <a:off x="7528308" y="5901989"/>
            <a:ext cx="4085468" cy="468087"/>
          </a:xfrm>
        </p:spPr>
        <p:txBody>
          <a:bodyPr lIns="0" tIns="0" rIns="0" bIns="0">
            <a:normAutofit/>
          </a:bodyPr>
          <a:lstStyle>
            <a:lvl1pPr marL="0" indent="0" algn="ctr">
              <a:buNone/>
              <a:defRPr sz="18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830254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3"/>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986A58D-6106-E01B-0BDC-2F992AD25A9D}"/>
              </a:ext>
            </a:extLst>
          </p:cNvPr>
          <p:cNvSpPr>
            <a:spLocks noGrp="1"/>
          </p:cNvSpPr>
          <p:nvPr>
            <p:ph type="title"/>
          </p:nvPr>
        </p:nvSpPr>
        <p:spPr>
          <a:xfrm>
            <a:off x="638462" y="1399032"/>
            <a:ext cx="5486400" cy="676656"/>
          </a:xfrm>
        </p:spPr>
        <p:txBody>
          <a:bodyPr lIns="0" tIns="0" rIns="0" bIns="0" anchor="ctr"/>
          <a:lstStyle>
            <a:lvl1pPr>
              <a:defRPr sz="5500">
                <a:solidFill>
                  <a:schemeClr val="accent4"/>
                </a:solidFill>
                <a:latin typeface="+mj-lt"/>
              </a:defRPr>
            </a:lvl1pPr>
          </a:lstStyle>
          <a:p>
            <a:r>
              <a:rPr lang="en-US" dirty="0"/>
              <a:t>Click to edit Master title style</a:t>
            </a:r>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p:nvPr>
        </p:nvSpPr>
        <p:spPr>
          <a:xfrm>
            <a:off x="6428232" y="1481328"/>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8" name="Text Placeholder 15">
            <a:extLst>
              <a:ext uri="{FF2B5EF4-FFF2-40B4-BE49-F238E27FC236}">
                <a16:creationId xmlns:a16="http://schemas.microsoft.com/office/drawing/2014/main" id="{25014DBD-FC37-6FBB-AEBA-C826652821F8}"/>
              </a:ext>
            </a:extLst>
          </p:cNvPr>
          <p:cNvSpPr>
            <a:spLocks noGrp="1"/>
          </p:cNvSpPr>
          <p:nvPr>
            <p:ph type="body" sz="quarter" idx="20"/>
          </p:nvPr>
        </p:nvSpPr>
        <p:spPr>
          <a:xfrm>
            <a:off x="6428232" y="3941064"/>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6" name="Text Placeholder 15">
            <a:extLst>
              <a:ext uri="{FF2B5EF4-FFF2-40B4-BE49-F238E27FC236}">
                <a16:creationId xmlns:a16="http://schemas.microsoft.com/office/drawing/2014/main" id="{F62835A7-C3E7-285E-CDF2-A44B022CFA16}"/>
              </a:ext>
            </a:extLst>
          </p:cNvPr>
          <p:cNvSpPr>
            <a:spLocks noGrp="1"/>
          </p:cNvSpPr>
          <p:nvPr>
            <p:ph type="body" sz="quarter" idx="18"/>
          </p:nvPr>
        </p:nvSpPr>
        <p:spPr>
          <a:xfrm>
            <a:off x="9326880" y="1481328"/>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4" name="Text Placeholder 15">
            <a:extLst>
              <a:ext uri="{FF2B5EF4-FFF2-40B4-BE49-F238E27FC236}">
                <a16:creationId xmlns:a16="http://schemas.microsoft.com/office/drawing/2014/main" id="{EB251253-703B-546E-AB34-52E0AE4AA63E}"/>
              </a:ext>
            </a:extLst>
          </p:cNvPr>
          <p:cNvSpPr>
            <a:spLocks noGrp="1"/>
          </p:cNvSpPr>
          <p:nvPr>
            <p:ph type="body" sz="quarter" idx="16"/>
          </p:nvPr>
        </p:nvSpPr>
        <p:spPr>
          <a:xfrm>
            <a:off x="9326880" y="3941064"/>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1" name="Text Placeholder 18">
            <a:extLst>
              <a:ext uri="{FF2B5EF4-FFF2-40B4-BE49-F238E27FC236}">
                <a16:creationId xmlns:a16="http://schemas.microsoft.com/office/drawing/2014/main" id="{AAD5CDF0-03F4-067C-A930-F9EEE3F0E32B}"/>
              </a:ext>
            </a:extLst>
          </p:cNvPr>
          <p:cNvSpPr>
            <a:spLocks noGrp="1"/>
          </p:cNvSpPr>
          <p:nvPr>
            <p:ph type="body" sz="quarter" idx="26"/>
          </p:nvPr>
        </p:nvSpPr>
        <p:spPr>
          <a:xfrm>
            <a:off x="6428232" y="215798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2" name="Text Placeholder 18">
            <a:extLst>
              <a:ext uri="{FF2B5EF4-FFF2-40B4-BE49-F238E27FC236}">
                <a16:creationId xmlns:a16="http://schemas.microsoft.com/office/drawing/2014/main" id="{1EA0E8C0-9652-ED9C-4CD9-6B72392D6DF2}"/>
              </a:ext>
            </a:extLst>
          </p:cNvPr>
          <p:cNvSpPr>
            <a:spLocks noGrp="1"/>
          </p:cNvSpPr>
          <p:nvPr>
            <p:ph type="body" sz="quarter" idx="27"/>
          </p:nvPr>
        </p:nvSpPr>
        <p:spPr>
          <a:xfrm>
            <a:off x="6428232" y="462686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3" name="Text Placeholder 18">
            <a:extLst>
              <a:ext uri="{FF2B5EF4-FFF2-40B4-BE49-F238E27FC236}">
                <a16:creationId xmlns:a16="http://schemas.microsoft.com/office/drawing/2014/main" id="{50155057-5F64-A44D-EBB6-913EC89187C0}"/>
              </a:ext>
            </a:extLst>
          </p:cNvPr>
          <p:cNvSpPr>
            <a:spLocks noGrp="1"/>
          </p:cNvSpPr>
          <p:nvPr>
            <p:ph type="body" sz="quarter" idx="28"/>
          </p:nvPr>
        </p:nvSpPr>
        <p:spPr>
          <a:xfrm>
            <a:off x="9326880" y="215798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0" name="Text Placeholder 18">
            <a:extLst>
              <a:ext uri="{FF2B5EF4-FFF2-40B4-BE49-F238E27FC236}">
                <a16:creationId xmlns:a16="http://schemas.microsoft.com/office/drawing/2014/main" id="{095532FA-0A0C-CF19-D640-F92609A78223}"/>
              </a:ext>
            </a:extLst>
          </p:cNvPr>
          <p:cNvSpPr>
            <a:spLocks noGrp="1"/>
          </p:cNvSpPr>
          <p:nvPr>
            <p:ph type="body" sz="quarter" idx="25"/>
          </p:nvPr>
        </p:nvSpPr>
        <p:spPr>
          <a:xfrm>
            <a:off x="9326880" y="462686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2086189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accent2"/>
        </a:solidFill>
        <a:effectLst/>
      </p:bgPr>
    </p:bg>
    <p:spTree>
      <p:nvGrpSpPr>
        <p:cNvPr id="1" name=""/>
        <p:cNvGrpSpPr/>
        <p:nvPr/>
      </p:nvGrpSpPr>
      <p:grpSpPr>
        <a:xfrm>
          <a:off x="0" y="0"/>
          <a:ext cx="0" cy="0"/>
          <a:chOff x="0" y="0"/>
          <a:chExt cx="0" cy="0"/>
        </a:xfrm>
      </p:grpSpPr>
      <p:sp>
        <p:nvSpPr>
          <p:cNvPr id="15" name="Picture Placeholder 26">
            <a:extLst>
              <a:ext uri="{FF2B5EF4-FFF2-40B4-BE49-F238E27FC236}">
                <a16:creationId xmlns:a16="http://schemas.microsoft.com/office/drawing/2014/main" id="{6A67D644-32E7-08DE-4A04-59BC59DA67E6}"/>
              </a:ext>
            </a:extLst>
          </p:cNvPr>
          <p:cNvSpPr>
            <a:spLocks noGrp="1"/>
          </p:cNvSpPr>
          <p:nvPr>
            <p:ph type="pic" sz="quarter" idx="10"/>
          </p:nvPr>
        </p:nvSpPr>
        <p:spPr>
          <a:xfrm>
            <a:off x="3923536" y="697867"/>
            <a:ext cx="4344928" cy="5462266"/>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3"/>
          </a:solidFill>
        </p:spPr>
        <p:txBody>
          <a:bodyPr wrap="square" anchor="ctr">
            <a:noAutofit/>
          </a:bodyPr>
          <a:lstStyle>
            <a:lvl1pPr marL="0" indent="0" algn="ctr">
              <a:buNone/>
              <a:defRPr sz="1400" b="0" i="0">
                <a:latin typeface="+mn-lt"/>
              </a:defRPr>
            </a:lvl1pPr>
          </a:lstStyle>
          <a:p>
            <a:endParaRPr lang="en-US" dirty="0"/>
          </a:p>
        </p:txBody>
      </p:sp>
      <p:sp>
        <p:nvSpPr>
          <p:cNvPr id="2" name="Title 1">
            <a:extLst>
              <a:ext uri="{FF2B5EF4-FFF2-40B4-BE49-F238E27FC236}">
                <a16:creationId xmlns:a16="http://schemas.microsoft.com/office/drawing/2014/main" id="{E5736C06-E9E1-16BE-139D-B69DCBBD28E1}"/>
              </a:ext>
            </a:extLst>
          </p:cNvPr>
          <p:cNvSpPr>
            <a:spLocks noGrp="1"/>
          </p:cNvSpPr>
          <p:nvPr>
            <p:ph type="title" hasCustomPrompt="1"/>
          </p:nvPr>
        </p:nvSpPr>
        <p:spPr>
          <a:xfrm>
            <a:off x="838200" y="0"/>
            <a:ext cx="10515600" cy="1736204"/>
          </a:xfrm>
        </p:spPr>
        <p:txBody>
          <a:bodyPr anchor="ctr">
            <a:noAutofit/>
          </a:bodyPr>
          <a:lstStyle>
            <a:lvl1pPr algn="ctr">
              <a:defRPr sz="8000">
                <a:solidFill>
                  <a:schemeClr val="accent1"/>
                </a:solidFill>
                <a:latin typeface="+mj-lt"/>
              </a:defRPr>
            </a:lvl1pPr>
          </a:lstStyle>
          <a:p>
            <a:r>
              <a:rPr lang="en-US" dirty="0"/>
              <a:t>Master title</a:t>
            </a:r>
          </a:p>
        </p:txBody>
      </p:sp>
      <p:sp>
        <p:nvSpPr>
          <p:cNvPr id="6" name="Text Placeholder 5">
            <a:extLst>
              <a:ext uri="{FF2B5EF4-FFF2-40B4-BE49-F238E27FC236}">
                <a16:creationId xmlns:a16="http://schemas.microsoft.com/office/drawing/2014/main" id="{C21A91CD-FAA1-12A5-36FC-FB6877A5CFCD}"/>
              </a:ext>
            </a:extLst>
          </p:cNvPr>
          <p:cNvSpPr>
            <a:spLocks noGrp="1"/>
          </p:cNvSpPr>
          <p:nvPr>
            <p:ph type="body" sz="quarter" idx="11" hasCustomPrompt="1"/>
          </p:nvPr>
        </p:nvSpPr>
        <p:spPr>
          <a:xfrm>
            <a:off x="837235" y="5501848"/>
            <a:ext cx="10515600" cy="1356152"/>
          </a:xfrm>
        </p:spPr>
        <p:txBody>
          <a:bodyPr anchor="ctr">
            <a:noAutofit/>
          </a:bodyPr>
          <a:lstStyle>
            <a:lvl1pPr marL="0" indent="0" algn="ctr">
              <a:buNone/>
              <a:defRPr sz="8000" b="0" spc="500" baseline="0">
                <a:solidFill>
                  <a:schemeClr val="accent1"/>
                </a:solidFill>
                <a:latin typeface="+mj-lt"/>
              </a:defRPr>
            </a:lvl1pPr>
          </a:lstStyle>
          <a:p>
            <a:r>
              <a:rPr lang="en-US" dirty="0"/>
              <a:t>Master title</a:t>
            </a:r>
            <a:endParaRPr lang="en-US" dirty="0">
              <a:solidFill>
                <a:schemeClr val="accent1"/>
              </a:solidFill>
            </a:endParaRPr>
          </a:p>
        </p:txBody>
      </p:sp>
    </p:spTree>
    <p:extLst>
      <p:ext uri="{BB962C8B-B14F-4D97-AF65-F5344CB8AC3E}">
        <p14:creationId xmlns:p14="http://schemas.microsoft.com/office/powerpoint/2010/main" val="2937960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10349A9-96E5-48EF-811D-326560B8C152}"/>
              </a:ext>
            </a:extLst>
          </p:cNvPr>
          <p:cNvSpPr>
            <a:spLocks noGrp="1"/>
          </p:cNvSpPr>
          <p:nvPr>
            <p:ph type="title" hasCustomPrompt="1"/>
          </p:nvPr>
        </p:nvSpPr>
        <p:spPr>
          <a:xfrm>
            <a:off x="5590572" y="1188358"/>
            <a:ext cx="5962964" cy="1335273"/>
          </a:xfrm>
        </p:spPr>
        <p:txBody>
          <a:bodyPr lIns="0" tIns="0" rIns="0" bIns="0" anchor="t">
            <a:noAutofit/>
          </a:bodyPr>
          <a:lstStyle>
            <a:lvl1pPr>
              <a:defRPr sz="5500">
                <a:solidFill>
                  <a:schemeClr val="accent4"/>
                </a:solidFill>
                <a:latin typeface="+mj-lt"/>
              </a:defRPr>
            </a:lvl1pPr>
          </a:lstStyle>
          <a:p>
            <a:r>
              <a:rPr lang="en-US" dirty="0"/>
              <a:t>Master title style</a:t>
            </a:r>
          </a:p>
        </p:txBody>
      </p:sp>
      <p:sp>
        <p:nvSpPr>
          <p:cNvPr id="15" name="Picture Placeholder 26">
            <a:extLst>
              <a:ext uri="{FF2B5EF4-FFF2-40B4-BE49-F238E27FC236}">
                <a16:creationId xmlns:a16="http://schemas.microsoft.com/office/drawing/2014/main" id="{E0689DF6-C6F5-534C-0D45-ED59D0031289}"/>
              </a:ext>
            </a:extLst>
          </p:cNvPr>
          <p:cNvSpPr>
            <a:spLocks noGrp="1"/>
          </p:cNvSpPr>
          <p:nvPr>
            <p:ph type="pic" sz="quarter" idx="10"/>
          </p:nvPr>
        </p:nvSpPr>
        <p:spPr>
          <a:xfrm>
            <a:off x="838200" y="860958"/>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2"/>
          </a:solidFill>
        </p:spPr>
        <p:txBody>
          <a:bodyPr wrap="square" anchor="ctr">
            <a:noAutofit/>
          </a:bodyPr>
          <a:lstStyle>
            <a:lvl1pPr marL="0" indent="0" algn="ctr">
              <a:buNone/>
              <a:defRPr sz="1400" b="0" i="0">
                <a:latin typeface="+mn-lt"/>
              </a:defRPr>
            </a:lvl1pPr>
          </a:lstStyle>
          <a:p>
            <a:endParaRPr lang="en-US" dirty="0"/>
          </a:p>
        </p:txBody>
      </p:sp>
      <p:sp>
        <p:nvSpPr>
          <p:cNvPr id="24" name="Text Placeholder 15">
            <a:extLst>
              <a:ext uri="{FF2B5EF4-FFF2-40B4-BE49-F238E27FC236}">
                <a16:creationId xmlns:a16="http://schemas.microsoft.com/office/drawing/2014/main" id="{EB251253-703B-546E-AB34-52E0AE4AA63E}"/>
              </a:ext>
            </a:extLst>
          </p:cNvPr>
          <p:cNvSpPr>
            <a:spLocks noGrp="1"/>
          </p:cNvSpPr>
          <p:nvPr>
            <p:ph type="body" sz="quarter" idx="16"/>
          </p:nvPr>
        </p:nvSpPr>
        <p:spPr>
          <a:xfrm>
            <a:off x="5590571" y="3000733"/>
            <a:ext cx="5763227" cy="2996309"/>
          </a:xfrm>
        </p:spPr>
        <p:txBody>
          <a:bodyPr lIns="0" tIns="0" rIns="0" bIns="0">
            <a:noAutofit/>
          </a:bodyPr>
          <a:lstStyle>
            <a:lvl1pPr marL="285750" indent="-285750">
              <a:buFont typeface="Arial" panose="020B0604020202020204" pitchFamily="34" charset="0"/>
              <a:buChar char="•"/>
              <a:defRPr sz="1600" b="1" i="0">
                <a:solidFill>
                  <a:srgbClr val="C16548"/>
                </a:solidFill>
                <a:latin typeface="+mn-lt"/>
              </a:defRPr>
            </a:lvl1pPr>
          </a:lstStyle>
          <a:p>
            <a:pPr lvl="0"/>
            <a:r>
              <a:rPr lang="en-US" dirty="0"/>
              <a:t>Click to edit Master text styles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to edit Master text styles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61857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192137"/>
          </a:xfrm>
        </p:spPr>
        <p:txBody>
          <a:bodyPr lIns="0" tIns="0" rIns="0" bIns="0" anchor="t"/>
          <a:lstStyle>
            <a:lvl1pPr algn="ctr">
              <a:defRPr sz="5500">
                <a:solidFill>
                  <a:schemeClr val="accent4"/>
                </a:solidFill>
              </a:defRPr>
            </a:lvl1pPr>
          </a:lstStyle>
          <a:p>
            <a:r>
              <a:rPr lang="en-US" dirty="0"/>
              <a:t>Click to edit Master</a:t>
            </a:r>
          </a:p>
        </p:txBody>
      </p:sp>
      <p:sp>
        <p:nvSpPr>
          <p:cNvPr id="15" name="Text Placeholder 15">
            <a:extLst>
              <a:ext uri="{FF2B5EF4-FFF2-40B4-BE49-F238E27FC236}">
                <a16:creationId xmlns:a16="http://schemas.microsoft.com/office/drawing/2014/main" id="{08E835A2-9A63-E732-F9E2-A4F4914B1769}"/>
              </a:ext>
            </a:extLst>
          </p:cNvPr>
          <p:cNvSpPr>
            <a:spLocks noGrp="1"/>
          </p:cNvSpPr>
          <p:nvPr>
            <p:ph type="body" sz="quarter" idx="24" hasCustomPrompt="1"/>
          </p:nvPr>
        </p:nvSpPr>
        <p:spPr>
          <a:xfrm>
            <a:off x="636455" y="1834688"/>
            <a:ext cx="5310927" cy="723085"/>
          </a:xfrm>
          <a:solidFill>
            <a:schemeClr val="accent4"/>
          </a:solidFill>
          <a:ln>
            <a:solidFill>
              <a:schemeClr val="accent4"/>
            </a:solidFill>
          </a:ln>
        </p:spPr>
        <p:txBody>
          <a:bodyPr lIns="0" tIns="0" rIns="0" bIns="0" anchor="ctr">
            <a:noAutofit/>
          </a:bodyPr>
          <a:lstStyle>
            <a:lvl1pPr marL="0" indent="0" algn="ctr">
              <a:buNone/>
              <a:defRPr sz="2400" b="0" i="0" spc="500" baseline="0">
                <a:solidFill>
                  <a:schemeClr val="bg1"/>
                </a:solidFill>
                <a:latin typeface="+mj-lt"/>
              </a:defRPr>
            </a:lvl1pPr>
          </a:lstStyle>
          <a:p>
            <a:pPr lvl="0"/>
            <a:r>
              <a:rPr lang="en-US" dirty="0"/>
              <a:t>Master text styles</a:t>
            </a:r>
          </a:p>
        </p:txBody>
      </p:sp>
      <p:sp>
        <p:nvSpPr>
          <p:cNvPr id="27" name="Text Placeholder 15">
            <a:extLst>
              <a:ext uri="{FF2B5EF4-FFF2-40B4-BE49-F238E27FC236}">
                <a16:creationId xmlns:a16="http://schemas.microsoft.com/office/drawing/2014/main" id="{7CA4D69F-DA63-104E-3FB3-1F2D82C3B599}"/>
              </a:ext>
            </a:extLst>
          </p:cNvPr>
          <p:cNvSpPr>
            <a:spLocks noGrp="1"/>
          </p:cNvSpPr>
          <p:nvPr>
            <p:ph type="body" sz="quarter" idx="40" hasCustomPrompt="1"/>
          </p:nvPr>
        </p:nvSpPr>
        <p:spPr>
          <a:xfrm>
            <a:off x="6244466" y="1834688"/>
            <a:ext cx="5310927" cy="723085"/>
          </a:xfrm>
          <a:solidFill>
            <a:schemeClr val="accent1"/>
          </a:solidFill>
          <a:ln>
            <a:solidFill>
              <a:schemeClr val="accent1"/>
            </a:solidFill>
          </a:ln>
        </p:spPr>
        <p:txBody>
          <a:bodyPr lIns="0" tIns="0" rIns="0" bIns="0" anchor="ctr">
            <a:noAutofit/>
          </a:bodyPr>
          <a:lstStyle>
            <a:lvl1pPr marL="0" indent="0" algn="ctr">
              <a:buNone/>
              <a:defRPr sz="2400" b="0" i="0" spc="500" baseline="0">
                <a:solidFill>
                  <a:schemeClr val="bg1"/>
                </a:solidFill>
                <a:latin typeface="+mj-lt"/>
              </a:defRPr>
            </a:lvl1pPr>
          </a:lstStyle>
          <a:p>
            <a:pPr lvl="0"/>
            <a:r>
              <a:rPr lang="en-US" dirty="0"/>
              <a:t>Master text styles</a:t>
            </a:r>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hasCustomPrompt="1"/>
          </p:nvPr>
        </p:nvSpPr>
        <p:spPr>
          <a:xfrm>
            <a:off x="636455" y="2557773"/>
            <a:ext cx="1769072"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34" name="Text Placeholder 15">
            <a:extLst>
              <a:ext uri="{FF2B5EF4-FFF2-40B4-BE49-F238E27FC236}">
                <a16:creationId xmlns:a16="http://schemas.microsoft.com/office/drawing/2014/main" id="{CAC50623-C141-FF48-2679-AD0F48D51D1E}"/>
              </a:ext>
            </a:extLst>
          </p:cNvPr>
          <p:cNvSpPr>
            <a:spLocks noGrp="1"/>
          </p:cNvSpPr>
          <p:nvPr>
            <p:ph type="body" sz="quarter" idx="25" hasCustomPrompt="1"/>
          </p:nvPr>
        </p:nvSpPr>
        <p:spPr>
          <a:xfrm>
            <a:off x="2405526" y="2557773"/>
            <a:ext cx="1772935"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35" name="Text Placeholder 15">
            <a:extLst>
              <a:ext uri="{FF2B5EF4-FFF2-40B4-BE49-F238E27FC236}">
                <a16:creationId xmlns:a16="http://schemas.microsoft.com/office/drawing/2014/main" id="{FAAA39D6-45B2-A7D3-5DC3-C2459FFFC140}"/>
              </a:ext>
            </a:extLst>
          </p:cNvPr>
          <p:cNvSpPr>
            <a:spLocks noGrp="1"/>
          </p:cNvSpPr>
          <p:nvPr>
            <p:ph type="body" sz="quarter" idx="26" hasCustomPrompt="1"/>
          </p:nvPr>
        </p:nvSpPr>
        <p:spPr>
          <a:xfrm>
            <a:off x="4178310" y="2557773"/>
            <a:ext cx="1769072"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26" name="Text Placeholder 15">
            <a:extLst>
              <a:ext uri="{FF2B5EF4-FFF2-40B4-BE49-F238E27FC236}">
                <a16:creationId xmlns:a16="http://schemas.microsoft.com/office/drawing/2014/main" id="{08456420-6A32-6316-DB13-BD852A1B7ECC}"/>
              </a:ext>
            </a:extLst>
          </p:cNvPr>
          <p:cNvSpPr>
            <a:spLocks noGrp="1"/>
          </p:cNvSpPr>
          <p:nvPr>
            <p:ph type="body" sz="quarter" idx="39" hasCustomPrompt="1"/>
          </p:nvPr>
        </p:nvSpPr>
        <p:spPr>
          <a:xfrm>
            <a:off x="6244466" y="2557773"/>
            <a:ext cx="1769072"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8" name="Text Placeholder 15">
            <a:extLst>
              <a:ext uri="{FF2B5EF4-FFF2-40B4-BE49-F238E27FC236}">
                <a16:creationId xmlns:a16="http://schemas.microsoft.com/office/drawing/2014/main" id="{4006011E-82D1-0E59-8663-132BB94A82AD}"/>
              </a:ext>
            </a:extLst>
          </p:cNvPr>
          <p:cNvSpPr>
            <a:spLocks noGrp="1"/>
          </p:cNvSpPr>
          <p:nvPr>
            <p:ph type="body" sz="quarter" idx="41" hasCustomPrompt="1"/>
          </p:nvPr>
        </p:nvSpPr>
        <p:spPr>
          <a:xfrm>
            <a:off x="8013537" y="2557773"/>
            <a:ext cx="1772935"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9" name="Text Placeholder 15">
            <a:extLst>
              <a:ext uri="{FF2B5EF4-FFF2-40B4-BE49-F238E27FC236}">
                <a16:creationId xmlns:a16="http://schemas.microsoft.com/office/drawing/2014/main" id="{979E2337-5EFF-E5EE-D81F-00E835015F4B}"/>
              </a:ext>
            </a:extLst>
          </p:cNvPr>
          <p:cNvSpPr>
            <a:spLocks noGrp="1"/>
          </p:cNvSpPr>
          <p:nvPr>
            <p:ph type="body" sz="quarter" idx="42" hasCustomPrompt="1"/>
          </p:nvPr>
        </p:nvSpPr>
        <p:spPr>
          <a:xfrm>
            <a:off x="9786321" y="2557773"/>
            <a:ext cx="1769072"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0" name="Text Placeholder 18">
            <a:extLst>
              <a:ext uri="{FF2B5EF4-FFF2-40B4-BE49-F238E27FC236}">
                <a16:creationId xmlns:a16="http://schemas.microsoft.com/office/drawing/2014/main" id="{BAB66CF5-0D1B-FF68-BB2E-8A5D28F0BC56}"/>
              </a:ext>
            </a:extLst>
          </p:cNvPr>
          <p:cNvSpPr>
            <a:spLocks noGrp="1"/>
          </p:cNvSpPr>
          <p:nvPr>
            <p:ph type="body" sz="quarter" idx="36"/>
          </p:nvPr>
        </p:nvSpPr>
        <p:spPr>
          <a:xfrm>
            <a:off x="636455" y="2983478"/>
            <a:ext cx="1769071"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21" name="Text Placeholder 18">
            <a:extLst>
              <a:ext uri="{FF2B5EF4-FFF2-40B4-BE49-F238E27FC236}">
                <a16:creationId xmlns:a16="http://schemas.microsoft.com/office/drawing/2014/main" id="{52E7EFCE-36D7-CF86-2FEF-E3734FE9950E}"/>
              </a:ext>
            </a:extLst>
          </p:cNvPr>
          <p:cNvSpPr>
            <a:spLocks noGrp="1"/>
          </p:cNvSpPr>
          <p:nvPr>
            <p:ph type="body" sz="quarter" idx="37"/>
          </p:nvPr>
        </p:nvSpPr>
        <p:spPr>
          <a:xfrm>
            <a:off x="2405295" y="2983478"/>
            <a:ext cx="1772935"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22" name="Text Placeholder 18">
            <a:extLst>
              <a:ext uri="{FF2B5EF4-FFF2-40B4-BE49-F238E27FC236}">
                <a16:creationId xmlns:a16="http://schemas.microsoft.com/office/drawing/2014/main" id="{6E1DCC08-6799-A1AC-28C2-A872BAF1E55A}"/>
              </a:ext>
            </a:extLst>
          </p:cNvPr>
          <p:cNvSpPr>
            <a:spLocks noGrp="1"/>
          </p:cNvSpPr>
          <p:nvPr>
            <p:ph type="body" sz="quarter" idx="38"/>
          </p:nvPr>
        </p:nvSpPr>
        <p:spPr>
          <a:xfrm>
            <a:off x="4178463" y="2983478"/>
            <a:ext cx="1768919"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30" name="Text Placeholder 18">
            <a:extLst>
              <a:ext uri="{FF2B5EF4-FFF2-40B4-BE49-F238E27FC236}">
                <a16:creationId xmlns:a16="http://schemas.microsoft.com/office/drawing/2014/main" id="{CE1BF705-AAB1-D537-2C0D-A795D1D4D176}"/>
              </a:ext>
            </a:extLst>
          </p:cNvPr>
          <p:cNvSpPr>
            <a:spLocks noGrp="1"/>
          </p:cNvSpPr>
          <p:nvPr>
            <p:ph type="body" sz="quarter" idx="43"/>
          </p:nvPr>
        </p:nvSpPr>
        <p:spPr>
          <a:xfrm>
            <a:off x="6244466" y="2983478"/>
            <a:ext cx="1769071"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1" name="Text Placeholder 18">
            <a:extLst>
              <a:ext uri="{FF2B5EF4-FFF2-40B4-BE49-F238E27FC236}">
                <a16:creationId xmlns:a16="http://schemas.microsoft.com/office/drawing/2014/main" id="{5F504EFC-46D9-97D5-DA53-4D8EB52D1340}"/>
              </a:ext>
            </a:extLst>
          </p:cNvPr>
          <p:cNvSpPr>
            <a:spLocks noGrp="1"/>
          </p:cNvSpPr>
          <p:nvPr>
            <p:ph type="body" sz="quarter" idx="44"/>
          </p:nvPr>
        </p:nvSpPr>
        <p:spPr>
          <a:xfrm>
            <a:off x="8013306" y="2983478"/>
            <a:ext cx="1772935"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2" name="Text Placeholder 18">
            <a:extLst>
              <a:ext uri="{FF2B5EF4-FFF2-40B4-BE49-F238E27FC236}">
                <a16:creationId xmlns:a16="http://schemas.microsoft.com/office/drawing/2014/main" id="{C1231552-C2DF-2460-9DCB-33B1379D7509}"/>
              </a:ext>
            </a:extLst>
          </p:cNvPr>
          <p:cNvSpPr>
            <a:spLocks noGrp="1"/>
          </p:cNvSpPr>
          <p:nvPr>
            <p:ph type="body" sz="quarter" idx="45"/>
          </p:nvPr>
        </p:nvSpPr>
        <p:spPr>
          <a:xfrm>
            <a:off x="9786474" y="2983478"/>
            <a:ext cx="1768919"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361783408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26" name="Content Placeholder 2">
            <a:extLst>
              <a:ext uri="{FF2B5EF4-FFF2-40B4-BE49-F238E27FC236}">
                <a16:creationId xmlns:a16="http://schemas.microsoft.com/office/drawing/2014/main" id="{87B17915-F2EE-16C0-9704-09115209610D}"/>
              </a:ext>
            </a:extLst>
          </p:cNvPr>
          <p:cNvSpPr>
            <a:spLocks noGrp="1"/>
          </p:cNvSpPr>
          <p:nvPr>
            <p:ph idx="1" hasCustomPrompt="1"/>
          </p:nvPr>
        </p:nvSpPr>
        <p:spPr>
          <a:xfrm>
            <a:off x="512064" y="1655064"/>
            <a:ext cx="11164824" cy="4599432"/>
          </a:xfrm>
        </p:spPr>
        <p:txBody>
          <a:bodyPr>
            <a:noAutofit/>
          </a:bodyPr>
          <a:lstStyle>
            <a:lvl1pPr>
              <a:defRPr sz="3200"/>
            </a:lvl1pPr>
            <a:lvl2pPr marL="457200" indent="0" algn="l">
              <a:buNone/>
              <a:defRPr sz="1400"/>
            </a:lvl2pPr>
            <a:lvl3pPr>
              <a:defRPr sz="2400"/>
            </a:lvl3pPr>
            <a:lvl4pPr>
              <a:defRPr sz="2000"/>
            </a:lvl4pPr>
            <a:lvl5pPr>
              <a:defRPr sz="2000"/>
            </a:lvl5pPr>
            <a:lvl6pPr>
              <a:defRPr sz="2000"/>
            </a:lvl6pPr>
            <a:lvl7pPr>
              <a:defRPr sz="2000"/>
            </a:lvl7pPr>
            <a:lvl8pPr>
              <a:defRPr sz="2000"/>
            </a:lvl8pPr>
            <a:lvl9pPr>
              <a:defRPr sz="2000"/>
            </a:lvl9pPr>
          </a:lstStyle>
          <a:p>
            <a:pPr lvl="1"/>
            <a:r>
              <a:rPr lang="en-US" dirty="0"/>
              <a:t>Smart Graphic</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240999577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19" name="Text Placeholder 7">
            <a:extLst>
              <a:ext uri="{FF2B5EF4-FFF2-40B4-BE49-F238E27FC236}">
                <a16:creationId xmlns:a16="http://schemas.microsoft.com/office/drawing/2014/main" id="{2A29FDC8-4969-6E0E-767C-B89B08D3D23D}"/>
              </a:ext>
            </a:extLst>
          </p:cNvPr>
          <p:cNvSpPr>
            <a:spLocks noGrp="1"/>
          </p:cNvSpPr>
          <p:nvPr>
            <p:ph type="body" sz="quarter" idx="26" hasCustomPrompt="1"/>
          </p:nvPr>
        </p:nvSpPr>
        <p:spPr>
          <a:xfrm>
            <a:off x="622336" y="2195513"/>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7" name="Text Placeholder 18">
            <a:extLst>
              <a:ext uri="{FF2B5EF4-FFF2-40B4-BE49-F238E27FC236}">
                <a16:creationId xmlns:a16="http://schemas.microsoft.com/office/drawing/2014/main" id="{894B01F3-B2C5-4835-6EF9-A40EB060128A}"/>
              </a:ext>
            </a:extLst>
          </p:cNvPr>
          <p:cNvSpPr>
            <a:spLocks noGrp="1"/>
          </p:cNvSpPr>
          <p:nvPr>
            <p:ph type="body" sz="quarter" idx="15"/>
          </p:nvPr>
        </p:nvSpPr>
        <p:spPr>
          <a:xfrm>
            <a:off x="1555389"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0" name="Text Placeholder 7">
            <a:extLst>
              <a:ext uri="{FF2B5EF4-FFF2-40B4-BE49-F238E27FC236}">
                <a16:creationId xmlns:a16="http://schemas.microsoft.com/office/drawing/2014/main" id="{49CE4F9C-B2A8-323E-0B57-0B8FD348FA13}"/>
              </a:ext>
            </a:extLst>
          </p:cNvPr>
          <p:cNvSpPr>
            <a:spLocks noGrp="1"/>
          </p:cNvSpPr>
          <p:nvPr>
            <p:ph type="body" sz="quarter" idx="27" hasCustomPrompt="1"/>
          </p:nvPr>
        </p:nvSpPr>
        <p:spPr>
          <a:xfrm>
            <a:off x="3820511" y="2196231"/>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13" name="Text Placeholder 18">
            <a:extLst>
              <a:ext uri="{FF2B5EF4-FFF2-40B4-BE49-F238E27FC236}">
                <a16:creationId xmlns:a16="http://schemas.microsoft.com/office/drawing/2014/main" id="{E9B260B4-D1BC-635B-D388-0E1A9CF2C18E}"/>
              </a:ext>
            </a:extLst>
          </p:cNvPr>
          <p:cNvSpPr>
            <a:spLocks noGrp="1"/>
          </p:cNvSpPr>
          <p:nvPr>
            <p:ph type="body" sz="quarter" idx="24"/>
          </p:nvPr>
        </p:nvSpPr>
        <p:spPr>
          <a:xfrm>
            <a:off x="5830848"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1" name="Text Placeholder 7">
            <a:extLst>
              <a:ext uri="{FF2B5EF4-FFF2-40B4-BE49-F238E27FC236}">
                <a16:creationId xmlns:a16="http://schemas.microsoft.com/office/drawing/2014/main" id="{6470C7D3-57C4-0583-E642-C6AB3565F67F}"/>
              </a:ext>
            </a:extLst>
          </p:cNvPr>
          <p:cNvSpPr>
            <a:spLocks noGrp="1"/>
          </p:cNvSpPr>
          <p:nvPr>
            <p:ph type="body" sz="quarter" idx="28" hasCustomPrompt="1"/>
          </p:nvPr>
        </p:nvSpPr>
        <p:spPr>
          <a:xfrm>
            <a:off x="7732902" y="2196231"/>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15" name="Text Placeholder 18">
            <a:extLst>
              <a:ext uri="{FF2B5EF4-FFF2-40B4-BE49-F238E27FC236}">
                <a16:creationId xmlns:a16="http://schemas.microsoft.com/office/drawing/2014/main" id="{6978037E-3163-1C71-E997-16A7D05981D2}"/>
              </a:ext>
            </a:extLst>
          </p:cNvPr>
          <p:cNvSpPr>
            <a:spLocks noGrp="1"/>
          </p:cNvSpPr>
          <p:nvPr>
            <p:ph type="body" sz="quarter" idx="25"/>
          </p:nvPr>
        </p:nvSpPr>
        <p:spPr>
          <a:xfrm>
            <a:off x="9810474"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7076061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4"/>
        </a:solidFill>
        <a:effectLst/>
      </p:bgPr>
    </p:bg>
    <p:spTree>
      <p:nvGrpSpPr>
        <p:cNvPr id="1" name=""/>
        <p:cNvGrpSpPr/>
        <p:nvPr/>
      </p:nvGrpSpPr>
      <p:grpSpPr>
        <a:xfrm>
          <a:off x="0" y="0"/>
          <a:ext cx="0" cy="0"/>
          <a:chOff x="0" y="0"/>
          <a:chExt cx="0" cy="0"/>
        </a:xfrm>
      </p:grpSpPr>
      <p:sp>
        <p:nvSpPr>
          <p:cNvPr id="46" name="Text Placeholder 3">
            <a:extLst>
              <a:ext uri="{FF2B5EF4-FFF2-40B4-BE49-F238E27FC236}">
                <a16:creationId xmlns:a16="http://schemas.microsoft.com/office/drawing/2014/main" id="{575FF4D9-84C9-19DB-9830-B3FFCD6F520D}"/>
              </a:ext>
            </a:extLst>
          </p:cNvPr>
          <p:cNvSpPr>
            <a:spLocks noGrp="1"/>
          </p:cNvSpPr>
          <p:nvPr>
            <p:ph type="body" sz="quarter" idx="19" hasCustomPrompt="1"/>
          </p:nvPr>
        </p:nvSpPr>
        <p:spPr>
          <a:xfrm>
            <a:off x="0" y="-621792"/>
            <a:ext cx="12192000" cy="7825231"/>
          </a:xfrm>
        </p:spPr>
        <p:txBody>
          <a:bodyPr lIns="0" tIns="0" rIns="0" bIns="0">
            <a:noAutofit/>
          </a:bodyPr>
          <a:lstStyle>
            <a:lvl1pPr marL="0" indent="0" algn="ctr">
              <a:spcBef>
                <a:spcPts val="0"/>
              </a:spcBef>
              <a:buNone/>
              <a:defRPr sz="85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Master title</a:t>
            </a:r>
          </a:p>
        </p:txBody>
      </p:sp>
      <p:sp>
        <p:nvSpPr>
          <p:cNvPr id="15" name="Picture Placeholder 14">
            <a:extLst>
              <a:ext uri="{FF2B5EF4-FFF2-40B4-BE49-F238E27FC236}">
                <a16:creationId xmlns:a16="http://schemas.microsoft.com/office/drawing/2014/main" id="{878CB881-B4B6-F9E5-06B7-B87D6D53003E}"/>
              </a:ext>
            </a:extLst>
          </p:cNvPr>
          <p:cNvSpPr>
            <a:spLocks noGrp="1"/>
          </p:cNvSpPr>
          <p:nvPr>
            <p:ph type="pic" sz="quarter" idx="10"/>
          </p:nvPr>
        </p:nvSpPr>
        <p:spPr>
          <a:xfrm>
            <a:off x="3431067" y="-2"/>
            <a:ext cx="5329866" cy="6858002"/>
          </a:xfrm>
          <a:custGeom>
            <a:avLst/>
            <a:gdLst>
              <a:gd name="connsiteX0" fmla="*/ 1468671 w 5329866"/>
              <a:gd name="connsiteY0" fmla="*/ 0 h 6858002"/>
              <a:gd name="connsiteX1" fmla="*/ 3861196 w 5329866"/>
              <a:gd name="connsiteY1" fmla="*/ 0 h 6858002"/>
              <a:gd name="connsiteX2" fmla="*/ 3935199 w 5329866"/>
              <a:gd name="connsiteY2" fmla="*/ 35649 h 6858002"/>
              <a:gd name="connsiteX3" fmla="*/ 5329866 w 5329866"/>
              <a:gd name="connsiteY3" fmla="*/ 2378940 h 6858002"/>
              <a:gd name="connsiteX4" fmla="*/ 5326197 w 5329866"/>
              <a:gd name="connsiteY4" fmla="*/ 2451598 h 6858002"/>
              <a:gd name="connsiteX5" fmla="*/ 5329866 w 5329866"/>
              <a:gd name="connsiteY5" fmla="*/ 2451598 h 6858002"/>
              <a:gd name="connsiteX6" fmla="*/ 5329866 w 5329866"/>
              <a:gd name="connsiteY6" fmla="*/ 4479063 h 6858002"/>
              <a:gd name="connsiteX7" fmla="*/ 5329866 w 5329866"/>
              <a:gd name="connsiteY7" fmla="*/ 4613615 h 6858002"/>
              <a:gd name="connsiteX8" fmla="*/ 5323072 w 5329866"/>
              <a:gd name="connsiteY8" fmla="*/ 4613615 h 6858002"/>
              <a:gd name="connsiteX9" fmla="*/ 5316108 w 5329866"/>
              <a:gd name="connsiteY9" fmla="*/ 4751537 h 6858002"/>
              <a:gd name="connsiteX10" fmla="*/ 4074162 w 5329866"/>
              <a:gd name="connsiteY10" fmla="*/ 6741332 h 6858002"/>
              <a:gd name="connsiteX11" fmla="*/ 3866899 w 5329866"/>
              <a:gd name="connsiteY11" fmla="*/ 6858002 h 6858002"/>
              <a:gd name="connsiteX12" fmla="*/ 1462968 w 5329866"/>
              <a:gd name="connsiteY12" fmla="*/ 6858002 h 6858002"/>
              <a:gd name="connsiteX13" fmla="*/ 1255705 w 5329866"/>
              <a:gd name="connsiteY13" fmla="*/ 6741332 h 6858002"/>
              <a:gd name="connsiteX14" fmla="*/ 13759 w 5329866"/>
              <a:gd name="connsiteY14" fmla="*/ 4751537 h 6858002"/>
              <a:gd name="connsiteX15" fmla="*/ 6794 w 5329866"/>
              <a:gd name="connsiteY15" fmla="*/ 4613615 h 6858002"/>
              <a:gd name="connsiteX16" fmla="*/ 2 w 5329866"/>
              <a:gd name="connsiteY16" fmla="*/ 4613615 h 6858002"/>
              <a:gd name="connsiteX17" fmla="*/ 2 w 5329866"/>
              <a:gd name="connsiteY17" fmla="*/ 4479105 h 6858002"/>
              <a:gd name="connsiteX18" fmla="*/ 0 w 5329866"/>
              <a:gd name="connsiteY18" fmla="*/ 4479063 h 6858002"/>
              <a:gd name="connsiteX19" fmla="*/ 2 w 5329866"/>
              <a:gd name="connsiteY19" fmla="*/ 4479021 h 6858002"/>
              <a:gd name="connsiteX20" fmla="*/ 2 w 5329866"/>
              <a:gd name="connsiteY20" fmla="*/ 2451598 h 6858002"/>
              <a:gd name="connsiteX21" fmla="*/ 3670 w 5329866"/>
              <a:gd name="connsiteY21" fmla="*/ 2451598 h 6858002"/>
              <a:gd name="connsiteX22" fmla="*/ 0 w 5329866"/>
              <a:gd name="connsiteY22" fmla="*/ 2378940 h 6858002"/>
              <a:gd name="connsiteX23" fmla="*/ 1394668 w 5329866"/>
              <a:gd name="connsiteY23" fmla="*/ 35649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29866" h="6858002">
                <a:moveTo>
                  <a:pt x="1468671" y="0"/>
                </a:moveTo>
                <a:lnTo>
                  <a:pt x="3861196" y="0"/>
                </a:lnTo>
                <a:lnTo>
                  <a:pt x="3935199" y="35649"/>
                </a:lnTo>
                <a:cubicBezTo>
                  <a:pt x="4765925" y="486927"/>
                  <a:pt x="5329866" y="1367076"/>
                  <a:pt x="5329866" y="2378940"/>
                </a:cubicBezTo>
                <a:lnTo>
                  <a:pt x="5326197" y="2451598"/>
                </a:lnTo>
                <a:lnTo>
                  <a:pt x="5329866" y="2451598"/>
                </a:lnTo>
                <a:lnTo>
                  <a:pt x="5329866" y="4479063"/>
                </a:lnTo>
                <a:lnTo>
                  <a:pt x="5329866" y="4613615"/>
                </a:lnTo>
                <a:lnTo>
                  <a:pt x="5323072" y="4613615"/>
                </a:lnTo>
                <a:lnTo>
                  <a:pt x="5316108" y="4751537"/>
                </a:lnTo>
                <a:cubicBezTo>
                  <a:pt x="5230813" y="5591419"/>
                  <a:pt x="4755512" y="6316003"/>
                  <a:pt x="4074162" y="6741332"/>
                </a:cubicBezTo>
                <a:lnTo>
                  <a:pt x="3866899" y="6858002"/>
                </a:lnTo>
                <a:lnTo>
                  <a:pt x="1462968" y="6858002"/>
                </a:lnTo>
                <a:lnTo>
                  <a:pt x="1255705" y="6741332"/>
                </a:lnTo>
                <a:cubicBezTo>
                  <a:pt x="574355" y="6316003"/>
                  <a:pt x="99054" y="5591419"/>
                  <a:pt x="13759" y="4751537"/>
                </a:cubicBezTo>
                <a:lnTo>
                  <a:pt x="6794" y="4613615"/>
                </a:lnTo>
                <a:lnTo>
                  <a:pt x="2" y="4613615"/>
                </a:lnTo>
                <a:lnTo>
                  <a:pt x="2" y="4479105"/>
                </a:lnTo>
                <a:lnTo>
                  <a:pt x="0" y="4479063"/>
                </a:lnTo>
                <a:lnTo>
                  <a:pt x="2" y="4479021"/>
                </a:lnTo>
                <a:lnTo>
                  <a:pt x="2" y="2451598"/>
                </a:lnTo>
                <a:lnTo>
                  <a:pt x="3670" y="2451598"/>
                </a:lnTo>
                <a:lnTo>
                  <a:pt x="0" y="2378940"/>
                </a:lnTo>
                <a:cubicBezTo>
                  <a:pt x="0" y="1367076"/>
                  <a:pt x="563941" y="486927"/>
                  <a:pt x="1394668" y="35649"/>
                </a:cubicBezTo>
                <a:close/>
              </a:path>
            </a:pathLst>
          </a:custGeom>
          <a:solidFill>
            <a:schemeClr val="accent4">
              <a:lumMod val="60000"/>
              <a:lumOff val="40000"/>
            </a:schemeClr>
          </a:solidFill>
        </p:spPr>
        <p:txBody>
          <a:bodyPr wrap="square" anchor="ctr">
            <a:noAutofit/>
          </a:bodyPr>
          <a:lstStyle>
            <a:lvl1pPr marL="0" indent="0" algn="ctr">
              <a:buNone/>
              <a:defRPr sz="1400" b="0" i="0">
                <a:latin typeface="+mn-lt"/>
              </a:defRPr>
            </a:lvl1pPr>
          </a:lstStyle>
          <a:p>
            <a:endParaRPr lang="en-US" dirty="0"/>
          </a:p>
        </p:txBody>
      </p:sp>
      <p:sp>
        <p:nvSpPr>
          <p:cNvPr id="14" name="Title 2">
            <a:extLst>
              <a:ext uri="{FF2B5EF4-FFF2-40B4-BE49-F238E27FC236}">
                <a16:creationId xmlns:a16="http://schemas.microsoft.com/office/drawing/2014/main" id="{B731088F-47E0-33BA-856D-6E68D4A69ACE}"/>
              </a:ext>
            </a:extLst>
          </p:cNvPr>
          <p:cNvSpPr>
            <a:spLocks noGrp="1"/>
          </p:cNvSpPr>
          <p:nvPr>
            <p:ph type="title" hasCustomPrompt="1"/>
          </p:nvPr>
        </p:nvSpPr>
        <p:spPr>
          <a:xfrm>
            <a:off x="1" y="4054639"/>
            <a:ext cx="12192000" cy="996696"/>
          </a:xfrm>
        </p:spPr>
        <p:txBody>
          <a:bodyPr vert="horz" lIns="0" tIns="0" rIns="0" bIns="0" rtlCol="0" anchor="t">
            <a:noAutofit/>
          </a:bodyPr>
          <a:lstStyle>
            <a:lvl1pPr algn="ctr">
              <a:defRPr lang="en-US" sz="8500" b="0" i="0" spc="1000" dirty="0">
                <a:solidFill>
                  <a:schemeClr val="bg1"/>
                </a:solidFill>
                <a:ea typeface="+mn-ea"/>
                <a:cs typeface="+mn-cs"/>
              </a:defRPr>
            </a:lvl1pPr>
          </a:lstStyle>
          <a:p>
            <a:pPr marL="0" lvl="0" indent="0" algn="ctr">
              <a:spcBef>
                <a:spcPts val="1000"/>
              </a:spcBef>
              <a:buFont typeface="Arial" panose="020B0604020202020204" pitchFamily="34" charset="0"/>
            </a:pPr>
            <a:r>
              <a:rPr lang="en-US" dirty="0"/>
              <a:t>Master Title</a:t>
            </a:r>
          </a:p>
        </p:txBody>
      </p:sp>
    </p:spTree>
    <p:extLst>
      <p:ext uri="{BB962C8B-B14F-4D97-AF65-F5344CB8AC3E}">
        <p14:creationId xmlns:p14="http://schemas.microsoft.com/office/powerpoint/2010/main" val="1882853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hasCustomPrompt="1"/>
          </p:nvPr>
        </p:nvSpPr>
        <p:spPr>
          <a:xfrm>
            <a:off x="5590572" y="1188358"/>
            <a:ext cx="6099858" cy="1335273"/>
          </a:xfrm>
        </p:spPr>
        <p:txBody>
          <a:bodyPr lIns="0" tIns="0" rIns="0" bIns="0" anchor="t">
            <a:noAutofit/>
          </a:bodyPr>
          <a:lstStyle>
            <a:lvl1pPr>
              <a:defRPr sz="5500">
                <a:solidFill>
                  <a:schemeClr val="accent4"/>
                </a:solidFill>
                <a:latin typeface="+mj-lt"/>
              </a:defRPr>
            </a:lvl1pPr>
          </a:lstStyle>
          <a:p>
            <a:r>
              <a:rPr lang="en-US" dirty="0"/>
              <a:t>Master title style</a:t>
            </a:r>
          </a:p>
        </p:txBody>
      </p:sp>
      <p:sp>
        <p:nvSpPr>
          <p:cNvPr id="17" name="Picture Placeholder 16">
            <a:extLst>
              <a:ext uri="{FF2B5EF4-FFF2-40B4-BE49-F238E27FC236}">
                <a16:creationId xmlns:a16="http://schemas.microsoft.com/office/drawing/2014/main" id="{67897E40-8096-E77D-E61A-A0AAC64EA41C}"/>
              </a:ext>
            </a:extLst>
          </p:cNvPr>
          <p:cNvSpPr>
            <a:spLocks noGrp="1"/>
          </p:cNvSpPr>
          <p:nvPr>
            <p:ph type="pic" sz="quarter" idx="28"/>
          </p:nvPr>
        </p:nvSpPr>
        <p:spPr>
          <a:xfrm>
            <a:off x="938481" y="581371"/>
            <a:ext cx="3884344" cy="5415673"/>
          </a:xfrm>
          <a:custGeom>
            <a:avLst/>
            <a:gdLst>
              <a:gd name="connsiteX0" fmla="*/ 1942453 w 3884344"/>
              <a:gd name="connsiteY0" fmla="*/ 0 h 5415673"/>
              <a:gd name="connsiteX1" fmla="*/ 3874878 w 3884344"/>
              <a:gd name="connsiteY1" fmla="*/ 1743849 h 5415673"/>
              <a:gd name="connsiteX2" fmla="*/ 3884344 w 3884344"/>
              <a:gd name="connsiteY2" fmla="*/ 1931324 h 5415673"/>
              <a:gd name="connsiteX3" fmla="*/ 3884344 w 3884344"/>
              <a:gd name="connsiteY3" fmla="*/ 1953581 h 5415673"/>
              <a:gd name="connsiteX4" fmla="*/ 3882232 w 3884344"/>
              <a:gd name="connsiteY4" fmla="*/ 1995413 h 5415673"/>
              <a:gd name="connsiteX5" fmla="*/ 3884344 w 3884344"/>
              <a:gd name="connsiteY5" fmla="*/ 1995413 h 5415673"/>
              <a:gd name="connsiteX6" fmla="*/ 3884344 w 3884344"/>
              <a:gd name="connsiteY6" fmla="*/ 3571294 h 5415673"/>
              <a:gd name="connsiteX7" fmla="*/ 3879954 w 3884344"/>
              <a:gd name="connsiteY7" fmla="*/ 3571294 h 5415673"/>
              <a:gd name="connsiteX8" fmla="*/ 3874878 w 3884344"/>
              <a:gd name="connsiteY8" fmla="*/ 3671825 h 5415673"/>
              <a:gd name="connsiteX9" fmla="*/ 1942453 w 3884344"/>
              <a:gd name="connsiteY9" fmla="*/ 5415673 h 5415673"/>
              <a:gd name="connsiteX10" fmla="*/ 10029 w 3884344"/>
              <a:gd name="connsiteY10" fmla="*/ 3671825 h 5415673"/>
              <a:gd name="connsiteX11" fmla="*/ 4952 w 3884344"/>
              <a:gd name="connsiteY11" fmla="*/ 3571294 h 5415673"/>
              <a:gd name="connsiteX12" fmla="*/ 2 w 3884344"/>
              <a:gd name="connsiteY12" fmla="*/ 3571294 h 5415673"/>
              <a:gd name="connsiteX13" fmla="*/ 2 w 3884344"/>
              <a:gd name="connsiteY13" fmla="*/ 3473251 h 5415673"/>
              <a:gd name="connsiteX14" fmla="*/ 0 w 3884344"/>
              <a:gd name="connsiteY14" fmla="*/ 3473220 h 5415673"/>
              <a:gd name="connsiteX15" fmla="*/ 2 w 3884344"/>
              <a:gd name="connsiteY15" fmla="*/ 3473189 h 5415673"/>
              <a:gd name="connsiteX16" fmla="*/ 2 w 3884344"/>
              <a:gd name="connsiteY16" fmla="*/ 1995413 h 5415673"/>
              <a:gd name="connsiteX17" fmla="*/ 2675 w 3884344"/>
              <a:gd name="connsiteY17" fmla="*/ 1995413 h 5415673"/>
              <a:gd name="connsiteX18" fmla="*/ 0 w 3884344"/>
              <a:gd name="connsiteY18" fmla="*/ 1942453 h 5415673"/>
              <a:gd name="connsiteX19" fmla="*/ 1942453 w 3884344"/>
              <a:gd name="connsiteY19" fmla="*/ 0 h 541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84344" h="5415673">
                <a:moveTo>
                  <a:pt x="1942453" y="0"/>
                </a:moveTo>
                <a:cubicBezTo>
                  <a:pt x="2948191" y="0"/>
                  <a:pt x="3775405" y="764355"/>
                  <a:pt x="3874878" y="1743849"/>
                </a:cubicBezTo>
                <a:lnTo>
                  <a:pt x="3884344" y="1931324"/>
                </a:lnTo>
                <a:lnTo>
                  <a:pt x="3884344" y="1953581"/>
                </a:lnTo>
                <a:lnTo>
                  <a:pt x="3882232" y="1995413"/>
                </a:lnTo>
                <a:lnTo>
                  <a:pt x="3884344" y="1995413"/>
                </a:lnTo>
                <a:lnTo>
                  <a:pt x="3884344" y="3571294"/>
                </a:lnTo>
                <a:lnTo>
                  <a:pt x="3879954" y="3571294"/>
                </a:lnTo>
                <a:lnTo>
                  <a:pt x="3874878" y="3671825"/>
                </a:lnTo>
                <a:cubicBezTo>
                  <a:pt x="3775404" y="4651319"/>
                  <a:pt x="2948192" y="5415673"/>
                  <a:pt x="1942453" y="5415673"/>
                </a:cubicBezTo>
                <a:cubicBezTo>
                  <a:pt x="936714" y="5415673"/>
                  <a:pt x="109502" y="4651319"/>
                  <a:pt x="10029" y="3671825"/>
                </a:cubicBezTo>
                <a:lnTo>
                  <a:pt x="4952" y="3571294"/>
                </a:lnTo>
                <a:lnTo>
                  <a:pt x="2" y="3571294"/>
                </a:lnTo>
                <a:lnTo>
                  <a:pt x="2" y="3473251"/>
                </a:lnTo>
                <a:lnTo>
                  <a:pt x="0" y="3473220"/>
                </a:lnTo>
                <a:lnTo>
                  <a:pt x="2" y="3473189"/>
                </a:lnTo>
                <a:lnTo>
                  <a:pt x="2" y="1995413"/>
                </a:lnTo>
                <a:lnTo>
                  <a:pt x="2675" y="1995413"/>
                </a:lnTo>
                <a:lnTo>
                  <a:pt x="0" y="1942453"/>
                </a:lnTo>
                <a:cubicBezTo>
                  <a:pt x="0" y="869666"/>
                  <a:pt x="869666" y="0"/>
                  <a:pt x="1942453" y="0"/>
                </a:cubicBezTo>
                <a:close/>
              </a:path>
            </a:pathLst>
          </a:custGeom>
          <a:solidFill>
            <a:schemeClr val="accent2"/>
          </a:solidFill>
        </p:spPr>
        <p:txBody>
          <a:bodyPr wrap="square" anchor="ctr">
            <a:noAutofit/>
          </a:bodyPr>
          <a:lstStyle>
            <a:lvl1pPr marL="0" indent="0" algn="ctr">
              <a:buNone/>
              <a:defRPr b="0"/>
            </a:lvl1pPr>
          </a:lstStyle>
          <a:p>
            <a:endParaRPr lang="en-US" dirty="0"/>
          </a:p>
        </p:txBody>
      </p:sp>
      <p:sp>
        <p:nvSpPr>
          <p:cNvPr id="8" name="Text Placeholder 15">
            <a:extLst>
              <a:ext uri="{FF2B5EF4-FFF2-40B4-BE49-F238E27FC236}">
                <a16:creationId xmlns:a16="http://schemas.microsoft.com/office/drawing/2014/main" id="{6414DEE6-A86D-4699-E6EF-CE6745F5D440}"/>
              </a:ext>
            </a:extLst>
          </p:cNvPr>
          <p:cNvSpPr>
            <a:spLocks noGrp="1"/>
          </p:cNvSpPr>
          <p:nvPr>
            <p:ph type="body" sz="quarter" idx="18"/>
          </p:nvPr>
        </p:nvSpPr>
        <p:spPr>
          <a:xfrm>
            <a:off x="5590571" y="3000733"/>
            <a:ext cx="2916821" cy="42826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18" name="Text Placeholder 15">
            <a:extLst>
              <a:ext uri="{FF2B5EF4-FFF2-40B4-BE49-F238E27FC236}">
                <a16:creationId xmlns:a16="http://schemas.microsoft.com/office/drawing/2014/main" id="{C68EE5CA-4729-4FEA-F1BC-F976BEEBC480}"/>
              </a:ext>
            </a:extLst>
          </p:cNvPr>
          <p:cNvSpPr>
            <a:spLocks noGrp="1"/>
          </p:cNvSpPr>
          <p:nvPr>
            <p:ph type="body" sz="quarter" idx="26"/>
          </p:nvPr>
        </p:nvSpPr>
        <p:spPr>
          <a:xfrm>
            <a:off x="8773609" y="3000733"/>
            <a:ext cx="2916821" cy="42826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12" name="Text Placeholder 18">
            <a:extLst>
              <a:ext uri="{FF2B5EF4-FFF2-40B4-BE49-F238E27FC236}">
                <a16:creationId xmlns:a16="http://schemas.microsoft.com/office/drawing/2014/main" id="{CA3BC7A6-D12C-160A-CB5C-E55605250892}"/>
              </a:ext>
            </a:extLst>
          </p:cNvPr>
          <p:cNvSpPr>
            <a:spLocks noGrp="1"/>
          </p:cNvSpPr>
          <p:nvPr>
            <p:ph type="body" sz="quarter" idx="25"/>
          </p:nvPr>
        </p:nvSpPr>
        <p:spPr>
          <a:xfrm>
            <a:off x="5590571" y="3530279"/>
            <a:ext cx="2916821" cy="2466764"/>
          </a:xfrm>
        </p:spPr>
        <p:txBody>
          <a:bodyPr lIns="0" tIns="0" rIns="0" bIns="0">
            <a:noAutofit/>
          </a:bodyPr>
          <a:lstStyle>
            <a:lvl1pPr marL="171450" indent="-171450">
              <a:lnSpc>
                <a:spcPct val="150000"/>
              </a:lnSpc>
              <a:buFont typeface="Arial" panose="020B0604020202020204" pitchFamily="34" charset="0"/>
              <a:buChar char="•"/>
              <a:defRPr sz="1200" b="0" i="0" spc="50" baseline="0">
                <a:solidFill>
                  <a:srgbClr val="C16548"/>
                </a:solidFill>
                <a:latin typeface="+mn-lt"/>
              </a:defRPr>
            </a:lvl1pPr>
          </a:lstStyle>
          <a:p>
            <a:pPr lvl="0"/>
            <a:r>
              <a:rPr lang="en-US" dirty="0"/>
              <a:t>Click to edit Master text styles</a:t>
            </a:r>
          </a:p>
        </p:txBody>
      </p:sp>
      <p:sp>
        <p:nvSpPr>
          <p:cNvPr id="19" name="Text Placeholder 18">
            <a:extLst>
              <a:ext uri="{FF2B5EF4-FFF2-40B4-BE49-F238E27FC236}">
                <a16:creationId xmlns:a16="http://schemas.microsoft.com/office/drawing/2014/main" id="{72DF7BAB-7F6A-3D7B-F8A9-D7C4BD1D3B64}"/>
              </a:ext>
            </a:extLst>
          </p:cNvPr>
          <p:cNvSpPr>
            <a:spLocks noGrp="1"/>
          </p:cNvSpPr>
          <p:nvPr>
            <p:ph type="body" sz="quarter" idx="27"/>
          </p:nvPr>
        </p:nvSpPr>
        <p:spPr>
          <a:xfrm>
            <a:off x="8773609" y="3530279"/>
            <a:ext cx="2916821" cy="2466764"/>
          </a:xfrm>
        </p:spPr>
        <p:txBody>
          <a:bodyPr lIns="0" tIns="0" rIns="0" bIns="0">
            <a:noAutofit/>
          </a:bodyPr>
          <a:lstStyle>
            <a:lvl1pPr marL="171450" indent="-171450">
              <a:lnSpc>
                <a:spcPct val="150000"/>
              </a:lnSpc>
              <a:buFont typeface="Arial" panose="020B0604020202020204" pitchFamily="34" charset="0"/>
              <a:buChar char="•"/>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149772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7" name="Content Placeholder 2">
            <a:extLst>
              <a:ext uri="{FF2B5EF4-FFF2-40B4-BE49-F238E27FC236}">
                <a16:creationId xmlns:a16="http://schemas.microsoft.com/office/drawing/2014/main" id="{1916A793-0543-8519-4E06-4D8E6A4E8CE6}"/>
              </a:ext>
            </a:extLst>
          </p:cNvPr>
          <p:cNvSpPr>
            <a:spLocks noGrp="1"/>
          </p:cNvSpPr>
          <p:nvPr>
            <p:ph idx="1" hasCustomPrompt="1"/>
          </p:nvPr>
        </p:nvSpPr>
        <p:spPr>
          <a:xfrm>
            <a:off x="419100" y="1837944"/>
            <a:ext cx="11353800" cy="3019086"/>
          </a:xfrm>
        </p:spPr>
        <p:txBody>
          <a:bodyPr>
            <a:noAutofit/>
          </a:bodyPr>
          <a:lstStyle>
            <a:lvl1pPr>
              <a:defRPr sz="3200"/>
            </a:lvl1pPr>
            <a:lvl2pPr marL="457200" indent="0" algn="l">
              <a:buNone/>
              <a:defRPr sz="1400"/>
            </a:lvl2pPr>
            <a:lvl3pPr>
              <a:defRPr sz="2400"/>
            </a:lvl3pPr>
            <a:lvl4pPr>
              <a:defRPr sz="2000"/>
            </a:lvl4pPr>
            <a:lvl5pPr>
              <a:defRPr sz="2000"/>
            </a:lvl5pPr>
            <a:lvl6pPr>
              <a:defRPr sz="2000"/>
            </a:lvl6pPr>
            <a:lvl7pPr>
              <a:defRPr sz="2000"/>
            </a:lvl7pPr>
            <a:lvl8pPr>
              <a:defRPr sz="2000"/>
            </a:lvl8pPr>
            <a:lvl9pPr>
              <a:defRPr sz="2000"/>
            </a:lvl9pPr>
          </a:lstStyle>
          <a:p>
            <a:pPr lvl="1"/>
            <a:r>
              <a:rPr lang="en-US" dirty="0"/>
              <a:t>Smart Graphic</a:t>
            </a:r>
          </a:p>
        </p:txBody>
      </p:sp>
      <p:sp>
        <p:nvSpPr>
          <p:cNvPr id="8" name="Text Placeholder 15">
            <a:extLst>
              <a:ext uri="{FF2B5EF4-FFF2-40B4-BE49-F238E27FC236}">
                <a16:creationId xmlns:a16="http://schemas.microsoft.com/office/drawing/2014/main" id="{2FA2A82A-5FFB-EAB7-624A-E00F9EA6DEC4}"/>
              </a:ext>
            </a:extLst>
          </p:cNvPr>
          <p:cNvSpPr>
            <a:spLocks noGrp="1"/>
          </p:cNvSpPr>
          <p:nvPr>
            <p:ph type="body" sz="quarter" idx="18" hasCustomPrompt="1"/>
          </p:nvPr>
        </p:nvSpPr>
        <p:spPr>
          <a:xfrm>
            <a:off x="638459"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4" name="Text Placeholder 15">
            <a:extLst>
              <a:ext uri="{FF2B5EF4-FFF2-40B4-BE49-F238E27FC236}">
                <a16:creationId xmlns:a16="http://schemas.microsoft.com/office/drawing/2014/main" id="{1DD59288-2C4C-BA2F-F3C9-CEEC7BBAE558}"/>
              </a:ext>
            </a:extLst>
          </p:cNvPr>
          <p:cNvSpPr>
            <a:spLocks noGrp="1"/>
          </p:cNvSpPr>
          <p:nvPr>
            <p:ph type="body" sz="quarter" idx="33" hasCustomPrompt="1"/>
          </p:nvPr>
        </p:nvSpPr>
        <p:spPr>
          <a:xfrm>
            <a:off x="3547242" y="5232509"/>
            <a:ext cx="2188728"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2" name="Text Placeholder 15">
            <a:extLst>
              <a:ext uri="{FF2B5EF4-FFF2-40B4-BE49-F238E27FC236}">
                <a16:creationId xmlns:a16="http://schemas.microsoft.com/office/drawing/2014/main" id="{A221A6B3-B644-8124-2E99-CBB5C1C0B2EE}"/>
              </a:ext>
            </a:extLst>
          </p:cNvPr>
          <p:cNvSpPr>
            <a:spLocks noGrp="1"/>
          </p:cNvSpPr>
          <p:nvPr>
            <p:ph type="body" sz="quarter" idx="31" hasCustomPrompt="1"/>
          </p:nvPr>
        </p:nvSpPr>
        <p:spPr>
          <a:xfrm>
            <a:off x="6456023"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0" name="Text Placeholder 15">
            <a:extLst>
              <a:ext uri="{FF2B5EF4-FFF2-40B4-BE49-F238E27FC236}">
                <a16:creationId xmlns:a16="http://schemas.microsoft.com/office/drawing/2014/main" id="{282FC433-EED8-C305-2AE2-E3BC9D42E550}"/>
              </a:ext>
            </a:extLst>
          </p:cNvPr>
          <p:cNvSpPr>
            <a:spLocks noGrp="1"/>
          </p:cNvSpPr>
          <p:nvPr>
            <p:ph type="body" sz="quarter" idx="29" hasCustomPrompt="1"/>
          </p:nvPr>
        </p:nvSpPr>
        <p:spPr>
          <a:xfrm>
            <a:off x="9364806"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9" name="Text Placeholder 18">
            <a:extLst>
              <a:ext uri="{FF2B5EF4-FFF2-40B4-BE49-F238E27FC236}">
                <a16:creationId xmlns:a16="http://schemas.microsoft.com/office/drawing/2014/main" id="{0824A580-B433-CC76-2FDC-C607FC5ECF8A}"/>
              </a:ext>
            </a:extLst>
          </p:cNvPr>
          <p:cNvSpPr>
            <a:spLocks noGrp="1"/>
          </p:cNvSpPr>
          <p:nvPr>
            <p:ph type="body" sz="quarter" idx="28"/>
          </p:nvPr>
        </p:nvSpPr>
        <p:spPr>
          <a:xfrm>
            <a:off x="638459"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5" name="Text Placeholder 18">
            <a:extLst>
              <a:ext uri="{FF2B5EF4-FFF2-40B4-BE49-F238E27FC236}">
                <a16:creationId xmlns:a16="http://schemas.microsoft.com/office/drawing/2014/main" id="{479803CA-9514-7183-8AC8-13CC5B840641}"/>
              </a:ext>
            </a:extLst>
          </p:cNvPr>
          <p:cNvSpPr>
            <a:spLocks noGrp="1"/>
          </p:cNvSpPr>
          <p:nvPr>
            <p:ph type="body" sz="quarter" idx="34"/>
          </p:nvPr>
        </p:nvSpPr>
        <p:spPr>
          <a:xfrm>
            <a:off x="3547241"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3" name="Text Placeholder 18">
            <a:extLst>
              <a:ext uri="{FF2B5EF4-FFF2-40B4-BE49-F238E27FC236}">
                <a16:creationId xmlns:a16="http://schemas.microsoft.com/office/drawing/2014/main" id="{861F1384-35C1-15D1-9228-D96AC95355B8}"/>
              </a:ext>
            </a:extLst>
          </p:cNvPr>
          <p:cNvSpPr>
            <a:spLocks noGrp="1"/>
          </p:cNvSpPr>
          <p:nvPr>
            <p:ph type="body" sz="quarter" idx="32"/>
          </p:nvPr>
        </p:nvSpPr>
        <p:spPr>
          <a:xfrm>
            <a:off x="6456023"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1" name="Text Placeholder 18">
            <a:extLst>
              <a:ext uri="{FF2B5EF4-FFF2-40B4-BE49-F238E27FC236}">
                <a16:creationId xmlns:a16="http://schemas.microsoft.com/office/drawing/2014/main" id="{38B1D216-8DC7-A8D4-4857-4C7529D982EF}"/>
              </a:ext>
            </a:extLst>
          </p:cNvPr>
          <p:cNvSpPr>
            <a:spLocks noGrp="1"/>
          </p:cNvSpPr>
          <p:nvPr>
            <p:ph type="body" sz="quarter" idx="30"/>
          </p:nvPr>
        </p:nvSpPr>
        <p:spPr>
          <a:xfrm>
            <a:off x="9364806"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3846359587"/>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accent6"/>
        </a:solidFill>
        <a:effectLst/>
      </p:bgPr>
    </p:bg>
    <p:spTree>
      <p:nvGrpSpPr>
        <p:cNvPr id="1" name=""/>
        <p:cNvGrpSpPr/>
        <p:nvPr/>
      </p:nvGrpSpPr>
      <p:grpSpPr>
        <a:xfrm>
          <a:off x="0" y="0"/>
          <a:ext cx="0" cy="0"/>
          <a:chOff x="0" y="0"/>
          <a:chExt cx="0" cy="0"/>
        </a:xfrm>
      </p:grpSpPr>
      <p:sp>
        <p:nvSpPr>
          <p:cNvPr id="15" name="Picture Placeholder 26">
            <a:extLst>
              <a:ext uri="{FF2B5EF4-FFF2-40B4-BE49-F238E27FC236}">
                <a16:creationId xmlns:a16="http://schemas.microsoft.com/office/drawing/2014/main" id="{E0689DF6-C6F5-534C-0D45-ED59D0031289}"/>
              </a:ext>
            </a:extLst>
          </p:cNvPr>
          <p:cNvSpPr>
            <a:spLocks noGrp="1"/>
          </p:cNvSpPr>
          <p:nvPr>
            <p:ph type="pic" sz="quarter" idx="10"/>
          </p:nvPr>
        </p:nvSpPr>
        <p:spPr>
          <a:xfrm>
            <a:off x="838200" y="860958"/>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4"/>
          </a:solidFill>
        </p:spPr>
        <p:txBody>
          <a:bodyPr wrap="square" anchor="ctr">
            <a:noAutofit/>
          </a:bodyPr>
          <a:lstStyle>
            <a:lvl1pPr marL="0" indent="0" algn="ctr">
              <a:buFont typeface="Arial" panose="020B0604020202020204" pitchFamily="34" charset="0"/>
              <a:buNone/>
              <a:defRPr sz="1400" b="0" i="0">
                <a:solidFill>
                  <a:schemeClr val="bg1"/>
                </a:solidFill>
                <a:latin typeface="Avenir Book" panose="02000503020000020003" pitchFamily="2" charset="0"/>
              </a:defRPr>
            </a:lvl1pPr>
          </a:lstStyle>
          <a:p>
            <a:endParaRPr lang="en-US" dirty="0"/>
          </a:p>
        </p:txBody>
      </p:sp>
      <p:sp>
        <p:nvSpPr>
          <p:cNvPr id="16" name="TextBox 15">
            <a:extLst>
              <a:ext uri="{FF2B5EF4-FFF2-40B4-BE49-F238E27FC236}">
                <a16:creationId xmlns:a16="http://schemas.microsoft.com/office/drawing/2014/main" id="{248A60E5-D102-7326-D77E-C6DF8BDDA7D6}"/>
              </a:ext>
            </a:extLst>
          </p:cNvPr>
          <p:cNvSpPr txBox="1"/>
          <p:nvPr userDrawn="1"/>
        </p:nvSpPr>
        <p:spPr>
          <a:xfrm>
            <a:off x="6598508" y="6079524"/>
            <a:ext cx="184731" cy="369332"/>
          </a:xfrm>
          <a:prstGeom prst="rect">
            <a:avLst/>
          </a:prstGeom>
          <a:noFill/>
        </p:spPr>
        <p:txBody>
          <a:bodyPr wrap="none" rtlCol="0">
            <a:spAutoFit/>
          </a:bodyPr>
          <a:lstStyle/>
          <a:p>
            <a:endParaRPr lang="en-US" dirty="0"/>
          </a:p>
        </p:txBody>
      </p:sp>
      <p:sp>
        <p:nvSpPr>
          <p:cNvPr id="13" name="Title 1">
            <a:extLst>
              <a:ext uri="{FF2B5EF4-FFF2-40B4-BE49-F238E27FC236}">
                <a16:creationId xmlns:a16="http://schemas.microsoft.com/office/drawing/2014/main" id="{2D67076B-6CF0-B20E-9689-27FA1127A72A}"/>
              </a:ext>
            </a:extLst>
          </p:cNvPr>
          <p:cNvSpPr>
            <a:spLocks noGrp="1"/>
          </p:cNvSpPr>
          <p:nvPr>
            <p:ph type="title" hasCustomPrompt="1"/>
          </p:nvPr>
        </p:nvSpPr>
        <p:spPr>
          <a:xfrm>
            <a:off x="4548851" y="0"/>
            <a:ext cx="8160152" cy="6858000"/>
          </a:xfrm>
        </p:spPr>
        <p:txBody>
          <a:bodyPr anchor="ctr">
            <a:noAutofit/>
          </a:bodyPr>
          <a:lstStyle>
            <a:lvl1pPr algn="l">
              <a:defRPr sz="8000">
                <a:solidFill>
                  <a:schemeClr val="bg1"/>
                </a:solidFill>
                <a:latin typeface="+mj-lt"/>
              </a:defRPr>
            </a:lvl1pPr>
          </a:lstStyle>
          <a:p>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p>
        </p:txBody>
      </p:sp>
    </p:spTree>
    <p:extLst>
      <p:ext uri="{BB962C8B-B14F-4D97-AF65-F5344CB8AC3E}">
        <p14:creationId xmlns:p14="http://schemas.microsoft.com/office/powerpoint/2010/main" val="2353092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bg>
      <p:bgPr>
        <a:solidFill>
          <a:schemeClr val="accent3"/>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986A58D-6106-E01B-0BDC-2F992AD25A9D}"/>
              </a:ext>
            </a:extLst>
          </p:cNvPr>
          <p:cNvSpPr>
            <a:spLocks noGrp="1"/>
          </p:cNvSpPr>
          <p:nvPr>
            <p:ph type="title"/>
          </p:nvPr>
        </p:nvSpPr>
        <p:spPr>
          <a:xfrm>
            <a:off x="638462" y="642551"/>
            <a:ext cx="10915076" cy="1553680"/>
          </a:xfrm>
        </p:spPr>
        <p:txBody>
          <a:bodyPr lIns="0" tIns="0" rIns="0" bIns="0" anchor="t"/>
          <a:lstStyle>
            <a:lvl1pPr>
              <a:defRPr sz="5500">
                <a:solidFill>
                  <a:schemeClr val="accent4"/>
                </a:solidFill>
                <a:latin typeface="+mj-lt"/>
              </a:defRPr>
            </a:lvl1pPr>
          </a:lstStyle>
          <a:p>
            <a:r>
              <a:rPr lang="en-US" dirty="0"/>
              <a:t>Click to edit Master title style</a:t>
            </a:r>
          </a:p>
        </p:txBody>
      </p:sp>
      <p:sp>
        <p:nvSpPr>
          <p:cNvPr id="15" name="Picture Placeholder 5">
            <a:extLst>
              <a:ext uri="{FF2B5EF4-FFF2-40B4-BE49-F238E27FC236}">
                <a16:creationId xmlns:a16="http://schemas.microsoft.com/office/drawing/2014/main" id="{3F266306-412A-D7DE-40EF-45BBA13E5563}"/>
              </a:ext>
            </a:extLst>
          </p:cNvPr>
          <p:cNvSpPr>
            <a:spLocks noGrp="1"/>
          </p:cNvSpPr>
          <p:nvPr>
            <p:ph type="pic" sz="quarter" idx="24"/>
          </p:nvPr>
        </p:nvSpPr>
        <p:spPr>
          <a:xfrm>
            <a:off x="638460"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33" name="Picture Placeholder 5">
            <a:extLst>
              <a:ext uri="{FF2B5EF4-FFF2-40B4-BE49-F238E27FC236}">
                <a16:creationId xmlns:a16="http://schemas.microsoft.com/office/drawing/2014/main" id="{28BF9A91-4021-72CF-EEBD-43B8B2F764A0}"/>
              </a:ext>
            </a:extLst>
          </p:cNvPr>
          <p:cNvSpPr>
            <a:spLocks noGrp="1"/>
          </p:cNvSpPr>
          <p:nvPr>
            <p:ph type="pic" sz="quarter" idx="33"/>
          </p:nvPr>
        </p:nvSpPr>
        <p:spPr>
          <a:xfrm>
            <a:off x="3534372"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30" name="Picture Placeholder 5">
            <a:extLst>
              <a:ext uri="{FF2B5EF4-FFF2-40B4-BE49-F238E27FC236}">
                <a16:creationId xmlns:a16="http://schemas.microsoft.com/office/drawing/2014/main" id="{5D88CB52-BC08-9751-260B-B531030DCABC}"/>
              </a:ext>
            </a:extLst>
          </p:cNvPr>
          <p:cNvSpPr>
            <a:spLocks noGrp="1"/>
          </p:cNvSpPr>
          <p:nvPr>
            <p:ph type="pic" sz="quarter" idx="30"/>
          </p:nvPr>
        </p:nvSpPr>
        <p:spPr>
          <a:xfrm>
            <a:off x="6430282"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21" name="Picture Placeholder 5">
            <a:extLst>
              <a:ext uri="{FF2B5EF4-FFF2-40B4-BE49-F238E27FC236}">
                <a16:creationId xmlns:a16="http://schemas.microsoft.com/office/drawing/2014/main" id="{06E6C850-58C9-7074-08C7-7D24B9A951FD}"/>
              </a:ext>
            </a:extLst>
          </p:cNvPr>
          <p:cNvSpPr>
            <a:spLocks noGrp="1"/>
          </p:cNvSpPr>
          <p:nvPr>
            <p:ph type="pic" sz="quarter" idx="27"/>
          </p:nvPr>
        </p:nvSpPr>
        <p:spPr>
          <a:xfrm>
            <a:off x="9326190"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p:nvPr>
        </p:nvSpPr>
        <p:spPr>
          <a:xfrm>
            <a:off x="63846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32" name="Text Placeholder 15">
            <a:extLst>
              <a:ext uri="{FF2B5EF4-FFF2-40B4-BE49-F238E27FC236}">
                <a16:creationId xmlns:a16="http://schemas.microsoft.com/office/drawing/2014/main" id="{0A395A78-D15C-3B71-AC48-52F422FF299A}"/>
              </a:ext>
            </a:extLst>
          </p:cNvPr>
          <p:cNvSpPr>
            <a:spLocks noGrp="1"/>
          </p:cNvSpPr>
          <p:nvPr>
            <p:ph type="body" sz="quarter" idx="32"/>
          </p:nvPr>
        </p:nvSpPr>
        <p:spPr>
          <a:xfrm>
            <a:off x="353437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23" name="Text Placeholder 15">
            <a:extLst>
              <a:ext uri="{FF2B5EF4-FFF2-40B4-BE49-F238E27FC236}">
                <a16:creationId xmlns:a16="http://schemas.microsoft.com/office/drawing/2014/main" id="{C26292D0-5ED9-B06E-0FEC-5ECF9B61DA18}"/>
              </a:ext>
            </a:extLst>
          </p:cNvPr>
          <p:cNvSpPr>
            <a:spLocks noGrp="1"/>
          </p:cNvSpPr>
          <p:nvPr>
            <p:ph type="body" sz="quarter" idx="29"/>
          </p:nvPr>
        </p:nvSpPr>
        <p:spPr>
          <a:xfrm>
            <a:off x="643028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20" name="Text Placeholder 15">
            <a:extLst>
              <a:ext uri="{FF2B5EF4-FFF2-40B4-BE49-F238E27FC236}">
                <a16:creationId xmlns:a16="http://schemas.microsoft.com/office/drawing/2014/main" id="{7025E22B-8EFC-3B41-7DF2-F2F0FBBFC260}"/>
              </a:ext>
            </a:extLst>
          </p:cNvPr>
          <p:cNvSpPr>
            <a:spLocks noGrp="1"/>
          </p:cNvSpPr>
          <p:nvPr>
            <p:ph type="body" sz="quarter" idx="26"/>
          </p:nvPr>
        </p:nvSpPr>
        <p:spPr>
          <a:xfrm>
            <a:off x="932619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38" name="Text Placeholder 18">
            <a:extLst>
              <a:ext uri="{FF2B5EF4-FFF2-40B4-BE49-F238E27FC236}">
                <a16:creationId xmlns:a16="http://schemas.microsoft.com/office/drawing/2014/main" id="{459D7743-7A8F-C73A-B9D5-49190ED512A1}"/>
              </a:ext>
            </a:extLst>
          </p:cNvPr>
          <p:cNvSpPr>
            <a:spLocks noGrp="1"/>
          </p:cNvSpPr>
          <p:nvPr>
            <p:ph type="body" sz="quarter" idx="36"/>
          </p:nvPr>
        </p:nvSpPr>
        <p:spPr>
          <a:xfrm>
            <a:off x="63846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7" name="Text Placeholder 18">
            <a:extLst>
              <a:ext uri="{FF2B5EF4-FFF2-40B4-BE49-F238E27FC236}">
                <a16:creationId xmlns:a16="http://schemas.microsoft.com/office/drawing/2014/main" id="{D4BD1280-EFE5-3F5B-2E53-29FC62D22186}"/>
              </a:ext>
            </a:extLst>
          </p:cNvPr>
          <p:cNvSpPr>
            <a:spLocks noGrp="1"/>
          </p:cNvSpPr>
          <p:nvPr>
            <p:ph type="body" sz="quarter" idx="35"/>
          </p:nvPr>
        </p:nvSpPr>
        <p:spPr>
          <a:xfrm>
            <a:off x="353437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6" name="Text Placeholder 18">
            <a:extLst>
              <a:ext uri="{FF2B5EF4-FFF2-40B4-BE49-F238E27FC236}">
                <a16:creationId xmlns:a16="http://schemas.microsoft.com/office/drawing/2014/main" id="{D7323A54-CEF7-D9AE-B43D-CCF5F95273CC}"/>
              </a:ext>
            </a:extLst>
          </p:cNvPr>
          <p:cNvSpPr>
            <a:spLocks noGrp="1"/>
          </p:cNvSpPr>
          <p:nvPr>
            <p:ph type="body" sz="quarter" idx="34"/>
          </p:nvPr>
        </p:nvSpPr>
        <p:spPr>
          <a:xfrm>
            <a:off x="643028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5" name="Text Placeholder 18">
            <a:extLst>
              <a:ext uri="{FF2B5EF4-FFF2-40B4-BE49-F238E27FC236}">
                <a16:creationId xmlns:a16="http://schemas.microsoft.com/office/drawing/2014/main" id="{C50A54A3-4CD3-53F4-3FFE-F664FBFCB16A}"/>
              </a:ext>
            </a:extLst>
          </p:cNvPr>
          <p:cNvSpPr>
            <a:spLocks noGrp="1"/>
          </p:cNvSpPr>
          <p:nvPr>
            <p:ph type="body" sz="quarter" idx="25"/>
          </p:nvPr>
        </p:nvSpPr>
        <p:spPr>
          <a:xfrm>
            <a:off x="9326191"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4270664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1"/>
        </a:solidFill>
        <a:effectLst/>
      </p:bgPr>
    </p:bg>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75B86244-CE85-A100-2FAE-57F9E9959565}"/>
              </a:ext>
            </a:extLst>
          </p:cNvPr>
          <p:cNvSpPr>
            <a:spLocks noGrp="1"/>
          </p:cNvSpPr>
          <p:nvPr>
            <p:ph type="body" sz="quarter" idx="13" hasCustomPrompt="1"/>
          </p:nvPr>
        </p:nvSpPr>
        <p:spPr>
          <a:xfrm>
            <a:off x="783681" y="4554640"/>
            <a:ext cx="7156551" cy="992899"/>
          </a:xfrm>
        </p:spPr>
        <p:txBody>
          <a:bodyPr lIns="0" tIns="0" rIns="0" bIns="0">
            <a:noAutofit/>
          </a:bodyPr>
          <a:lstStyle>
            <a:lvl1pPr marL="0" indent="0">
              <a:buNone/>
              <a:defRPr sz="80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title</a:t>
            </a:r>
          </a:p>
        </p:txBody>
      </p:sp>
      <p:sp>
        <p:nvSpPr>
          <p:cNvPr id="9" name="Text Placeholder 3">
            <a:extLst>
              <a:ext uri="{FF2B5EF4-FFF2-40B4-BE49-F238E27FC236}">
                <a16:creationId xmlns:a16="http://schemas.microsoft.com/office/drawing/2014/main" id="{41BADE24-E02E-B86B-4973-FF07C9C25E12}"/>
              </a:ext>
            </a:extLst>
          </p:cNvPr>
          <p:cNvSpPr>
            <a:spLocks noGrp="1"/>
          </p:cNvSpPr>
          <p:nvPr>
            <p:ph type="body" sz="quarter" idx="12" hasCustomPrompt="1"/>
          </p:nvPr>
        </p:nvSpPr>
        <p:spPr>
          <a:xfrm>
            <a:off x="783681" y="1296361"/>
            <a:ext cx="7156551" cy="992899"/>
          </a:xfrm>
        </p:spPr>
        <p:txBody>
          <a:bodyPr lIns="0" tIns="0" rIns="0" bIns="0">
            <a:noAutofit/>
          </a:bodyPr>
          <a:lstStyle>
            <a:lvl1pPr marL="0" indent="0">
              <a:buNone/>
              <a:defRPr sz="80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Master</a:t>
            </a:r>
          </a:p>
        </p:txBody>
      </p:sp>
      <p:sp>
        <p:nvSpPr>
          <p:cNvPr id="12" name="Picture Placeholder 11">
            <a:extLst>
              <a:ext uri="{FF2B5EF4-FFF2-40B4-BE49-F238E27FC236}">
                <a16:creationId xmlns:a16="http://schemas.microsoft.com/office/drawing/2014/main" id="{096E5F1B-46ED-3EC5-71CF-9A8DF9B5AA9D}"/>
              </a:ext>
            </a:extLst>
          </p:cNvPr>
          <p:cNvSpPr>
            <a:spLocks noGrp="1"/>
          </p:cNvSpPr>
          <p:nvPr>
            <p:ph type="pic" sz="quarter" idx="10"/>
          </p:nvPr>
        </p:nvSpPr>
        <p:spPr>
          <a:xfrm>
            <a:off x="6078452" y="1"/>
            <a:ext cx="5329866" cy="6857999"/>
          </a:xfrm>
          <a:custGeom>
            <a:avLst/>
            <a:gdLst>
              <a:gd name="connsiteX0" fmla="*/ 1468669 w 5329866"/>
              <a:gd name="connsiteY0" fmla="*/ 0 h 6857999"/>
              <a:gd name="connsiteX1" fmla="*/ 3861198 w 5329866"/>
              <a:gd name="connsiteY1" fmla="*/ 0 h 6857999"/>
              <a:gd name="connsiteX2" fmla="*/ 3935198 w 5329866"/>
              <a:gd name="connsiteY2" fmla="*/ 35648 h 6857999"/>
              <a:gd name="connsiteX3" fmla="*/ 5329866 w 5329866"/>
              <a:gd name="connsiteY3" fmla="*/ 2378939 h 6857999"/>
              <a:gd name="connsiteX4" fmla="*/ 5326197 w 5329866"/>
              <a:gd name="connsiteY4" fmla="*/ 2451597 h 6857999"/>
              <a:gd name="connsiteX5" fmla="*/ 5329866 w 5329866"/>
              <a:gd name="connsiteY5" fmla="*/ 2451597 h 6857999"/>
              <a:gd name="connsiteX6" fmla="*/ 5329866 w 5329866"/>
              <a:gd name="connsiteY6" fmla="*/ 4479062 h 6857999"/>
              <a:gd name="connsiteX7" fmla="*/ 5329866 w 5329866"/>
              <a:gd name="connsiteY7" fmla="*/ 4613614 h 6857999"/>
              <a:gd name="connsiteX8" fmla="*/ 5323072 w 5329866"/>
              <a:gd name="connsiteY8" fmla="*/ 4613614 h 6857999"/>
              <a:gd name="connsiteX9" fmla="*/ 5316108 w 5329866"/>
              <a:gd name="connsiteY9" fmla="*/ 4751536 h 6857999"/>
              <a:gd name="connsiteX10" fmla="*/ 4074162 w 5329866"/>
              <a:gd name="connsiteY10" fmla="*/ 6741331 h 6857999"/>
              <a:gd name="connsiteX11" fmla="*/ 3866902 w 5329866"/>
              <a:gd name="connsiteY11" fmla="*/ 6857999 h 6857999"/>
              <a:gd name="connsiteX12" fmla="*/ 1462965 w 5329866"/>
              <a:gd name="connsiteY12" fmla="*/ 6857999 h 6857999"/>
              <a:gd name="connsiteX13" fmla="*/ 1255705 w 5329866"/>
              <a:gd name="connsiteY13" fmla="*/ 6741331 h 6857999"/>
              <a:gd name="connsiteX14" fmla="*/ 13759 w 5329866"/>
              <a:gd name="connsiteY14" fmla="*/ 4751536 h 6857999"/>
              <a:gd name="connsiteX15" fmla="*/ 6794 w 5329866"/>
              <a:gd name="connsiteY15" fmla="*/ 4613614 h 6857999"/>
              <a:gd name="connsiteX16" fmla="*/ 2 w 5329866"/>
              <a:gd name="connsiteY16" fmla="*/ 4613614 h 6857999"/>
              <a:gd name="connsiteX17" fmla="*/ 2 w 5329866"/>
              <a:gd name="connsiteY17" fmla="*/ 4479104 h 6857999"/>
              <a:gd name="connsiteX18" fmla="*/ 0 w 5329866"/>
              <a:gd name="connsiteY18" fmla="*/ 4479062 h 6857999"/>
              <a:gd name="connsiteX19" fmla="*/ 2 w 5329866"/>
              <a:gd name="connsiteY19" fmla="*/ 4479020 h 6857999"/>
              <a:gd name="connsiteX20" fmla="*/ 2 w 5329866"/>
              <a:gd name="connsiteY20" fmla="*/ 2451597 h 6857999"/>
              <a:gd name="connsiteX21" fmla="*/ 3670 w 5329866"/>
              <a:gd name="connsiteY21" fmla="*/ 2451597 h 6857999"/>
              <a:gd name="connsiteX22" fmla="*/ 0 w 5329866"/>
              <a:gd name="connsiteY22" fmla="*/ 2378939 h 6857999"/>
              <a:gd name="connsiteX23" fmla="*/ 1394668 w 5329866"/>
              <a:gd name="connsiteY23" fmla="*/ 3564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29866" h="6857999">
                <a:moveTo>
                  <a:pt x="1468669" y="0"/>
                </a:moveTo>
                <a:lnTo>
                  <a:pt x="3861198" y="0"/>
                </a:lnTo>
                <a:lnTo>
                  <a:pt x="3935198" y="35648"/>
                </a:lnTo>
                <a:cubicBezTo>
                  <a:pt x="4765925" y="486926"/>
                  <a:pt x="5329866" y="1367075"/>
                  <a:pt x="5329866" y="2378939"/>
                </a:cubicBezTo>
                <a:lnTo>
                  <a:pt x="5326197" y="2451597"/>
                </a:lnTo>
                <a:lnTo>
                  <a:pt x="5329866" y="2451597"/>
                </a:lnTo>
                <a:lnTo>
                  <a:pt x="5329866" y="4479062"/>
                </a:lnTo>
                <a:lnTo>
                  <a:pt x="5329866" y="4613614"/>
                </a:lnTo>
                <a:lnTo>
                  <a:pt x="5323072" y="4613614"/>
                </a:lnTo>
                <a:lnTo>
                  <a:pt x="5316108" y="4751536"/>
                </a:lnTo>
                <a:cubicBezTo>
                  <a:pt x="5230813" y="5591417"/>
                  <a:pt x="4755512" y="6316001"/>
                  <a:pt x="4074162" y="6741331"/>
                </a:cubicBezTo>
                <a:lnTo>
                  <a:pt x="3866902" y="6857999"/>
                </a:lnTo>
                <a:lnTo>
                  <a:pt x="1462965" y="6857999"/>
                </a:lnTo>
                <a:lnTo>
                  <a:pt x="1255705" y="6741331"/>
                </a:lnTo>
                <a:cubicBezTo>
                  <a:pt x="574355" y="6316001"/>
                  <a:pt x="99054" y="5591417"/>
                  <a:pt x="13759" y="4751536"/>
                </a:cubicBezTo>
                <a:lnTo>
                  <a:pt x="6794" y="4613614"/>
                </a:lnTo>
                <a:lnTo>
                  <a:pt x="2" y="4613614"/>
                </a:lnTo>
                <a:lnTo>
                  <a:pt x="2" y="4479104"/>
                </a:lnTo>
                <a:lnTo>
                  <a:pt x="0" y="4479062"/>
                </a:lnTo>
                <a:lnTo>
                  <a:pt x="2" y="4479020"/>
                </a:lnTo>
                <a:lnTo>
                  <a:pt x="2" y="2451597"/>
                </a:lnTo>
                <a:lnTo>
                  <a:pt x="3670" y="2451597"/>
                </a:lnTo>
                <a:lnTo>
                  <a:pt x="0" y="2378939"/>
                </a:lnTo>
                <a:cubicBezTo>
                  <a:pt x="0" y="1367075"/>
                  <a:pt x="563941" y="486926"/>
                  <a:pt x="1394668" y="35648"/>
                </a:cubicBezTo>
                <a:close/>
              </a:path>
            </a:pathLst>
          </a:custGeom>
          <a:solidFill>
            <a:schemeClr val="accent2"/>
          </a:solidFill>
        </p:spPr>
        <p:txBody>
          <a:bodyPr wrap="square" anchor="ctr">
            <a:noAutofit/>
          </a:bodyPr>
          <a:lstStyle>
            <a:lvl1pPr marL="0" indent="0" algn="ctr">
              <a:buNone/>
              <a:defRPr sz="1400" b="0" i="0">
                <a:latin typeface="+mn-lt"/>
              </a:defRPr>
            </a:lvl1pPr>
          </a:lstStyle>
          <a:p>
            <a:endParaRPr lang="en-US" dirty="0"/>
          </a:p>
        </p:txBody>
      </p:sp>
      <p:sp>
        <p:nvSpPr>
          <p:cNvPr id="7" name="Title 1">
            <a:extLst>
              <a:ext uri="{FF2B5EF4-FFF2-40B4-BE49-F238E27FC236}">
                <a16:creationId xmlns:a16="http://schemas.microsoft.com/office/drawing/2014/main" id="{3E88BC5D-D10D-D2EE-8AE9-4CDCE46A205D}"/>
              </a:ext>
            </a:extLst>
          </p:cNvPr>
          <p:cNvSpPr>
            <a:spLocks noGrp="1"/>
          </p:cNvSpPr>
          <p:nvPr>
            <p:ph type="title" hasCustomPrompt="1"/>
          </p:nvPr>
        </p:nvSpPr>
        <p:spPr>
          <a:xfrm>
            <a:off x="783681" y="2404268"/>
            <a:ext cx="7217511" cy="2049462"/>
          </a:xfrm>
        </p:spPr>
        <p:txBody>
          <a:bodyPr vert="horz" lIns="0" tIns="0" rIns="0" bIns="0" rtlCol="0" anchor="t">
            <a:noAutofit/>
          </a:bodyPr>
          <a:lstStyle>
            <a:lvl1pPr>
              <a:defRPr lang="en-US" sz="8000" b="0" i="0" spc="1000">
                <a:solidFill>
                  <a:schemeClr val="bg1"/>
                </a:solidFill>
                <a:ea typeface="+mn-ea"/>
                <a:cs typeface="+mn-cs"/>
              </a:defRPr>
            </a:lvl1pPr>
          </a:lstStyle>
          <a:p>
            <a:pPr marL="0" lvl="0" indent="0">
              <a:spcBef>
                <a:spcPts val="1000"/>
              </a:spcBef>
              <a:buFont typeface="Arial" panose="020B0604020202020204" pitchFamily="34" charset="0"/>
            </a:pPr>
            <a:r>
              <a:rPr lang="en-US" dirty="0"/>
              <a:t>Master Title</a:t>
            </a:r>
          </a:p>
        </p:txBody>
      </p:sp>
    </p:spTree>
    <p:extLst>
      <p:ext uri="{BB962C8B-B14F-4D97-AF65-F5344CB8AC3E}">
        <p14:creationId xmlns:p14="http://schemas.microsoft.com/office/powerpoint/2010/main" val="2212233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accent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245CA8F2-58D1-3DCE-8413-CE65DE3496A5}"/>
              </a:ext>
            </a:extLst>
          </p:cNvPr>
          <p:cNvSpPr>
            <a:spLocks noGrp="1"/>
          </p:cNvSpPr>
          <p:nvPr>
            <p:ph type="body" sz="quarter" idx="19" hasCustomPrompt="1"/>
          </p:nvPr>
        </p:nvSpPr>
        <p:spPr>
          <a:xfrm>
            <a:off x="3290962" y="-801666"/>
            <a:ext cx="4667994" cy="7825231"/>
          </a:xfrm>
        </p:spPr>
        <p:txBody>
          <a:bodyPr lIns="0" tIns="0" rIns="0" bIns="0">
            <a:noAutofit/>
          </a:bodyPr>
          <a:lstStyle>
            <a:lvl1pPr marL="0" indent="0" algn="l">
              <a:lnSpc>
                <a:spcPct val="90000"/>
              </a:lnSpc>
              <a:spcBef>
                <a:spcPts val="0"/>
              </a:spcBef>
              <a:buNone/>
              <a:defRPr sz="8500" b="0" spc="650" baseline="0">
                <a:solidFill>
                  <a:schemeClr val="tx2">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Thank</a:t>
            </a:r>
          </a:p>
          <a:p>
            <a:pPr lvl="0"/>
            <a:r>
              <a:rPr lang="en-US" dirty="0"/>
              <a:t>Thank</a:t>
            </a:r>
          </a:p>
          <a:p>
            <a:pPr lvl="0"/>
            <a:r>
              <a:rPr lang="en-US" dirty="0"/>
              <a:t>Thank you</a:t>
            </a:r>
          </a:p>
          <a:p>
            <a:pPr lvl="0"/>
            <a:r>
              <a:rPr lang="en-US" dirty="0"/>
              <a:t>You</a:t>
            </a:r>
          </a:p>
          <a:p>
            <a:pPr lvl="0"/>
            <a:r>
              <a:rPr lang="en-US" dirty="0"/>
              <a:t>You</a:t>
            </a:r>
          </a:p>
          <a:p>
            <a:pPr lvl="0"/>
            <a:r>
              <a:rPr lang="en-US" dirty="0"/>
              <a:t>you</a:t>
            </a:r>
          </a:p>
        </p:txBody>
      </p:sp>
      <p:sp>
        <p:nvSpPr>
          <p:cNvPr id="7" name="Title 3">
            <a:extLst>
              <a:ext uri="{FF2B5EF4-FFF2-40B4-BE49-F238E27FC236}">
                <a16:creationId xmlns:a16="http://schemas.microsoft.com/office/drawing/2014/main" id="{DAB6B870-F337-8AB9-902B-76B31B88B8DE}"/>
              </a:ext>
            </a:extLst>
          </p:cNvPr>
          <p:cNvSpPr>
            <a:spLocks noGrp="1"/>
          </p:cNvSpPr>
          <p:nvPr>
            <p:ph type="title"/>
          </p:nvPr>
        </p:nvSpPr>
        <p:spPr>
          <a:xfrm>
            <a:off x="6096000" y="3039033"/>
            <a:ext cx="3478306" cy="3186954"/>
          </a:xfrm>
        </p:spPr>
        <p:txBody>
          <a:bodyPr vert="horz" lIns="0" tIns="0" rIns="0" bIns="0" rtlCol="0" anchor="t">
            <a:noAutofit/>
          </a:bodyPr>
          <a:lstStyle>
            <a:lvl1pPr>
              <a:lnSpc>
                <a:spcPct val="150000"/>
              </a:lnSpc>
              <a:defRPr lang="en-US" sz="1600" b="1" i="0" spc="50">
                <a:solidFill>
                  <a:schemeClr val="accent1"/>
                </a:solidFill>
                <a:latin typeface="+mn-lt"/>
                <a:ea typeface="+mn-ea"/>
                <a:cs typeface="+mn-cs"/>
              </a:defRPr>
            </a:lvl1pPr>
          </a:lstStyle>
          <a:p>
            <a:pPr marL="0" lvl="0" indent="0">
              <a:spcBef>
                <a:spcPts val="1000"/>
              </a:spcBef>
              <a:buFont typeface="Arial" panose="020B0604020202020204" pitchFamily="34" charset="0"/>
            </a:pPr>
            <a:r>
              <a:rPr lang="en-US" dirty="0"/>
              <a:t>Click to edit Master title style</a:t>
            </a:r>
          </a:p>
        </p:txBody>
      </p:sp>
      <p:sp>
        <p:nvSpPr>
          <p:cNvPr id="9" name="Text Placeholder 3">
            <a:extLst>
              <a:ext uri="{FF2B5EF4-FFF2-40B4-BE49-F238E27FC236}">
                <a16:creationId xmlns:a16="http://schemas.microsoft.com/office/drawing/2014/main" id="{C413E8F7-437B-CCB5-23CA-F7ABF62FD06B}"/>
              </a:ext>
            </a:extLst>
          </p:cNvPr>
          <p:cNvSpPr>
            <a:spLocks noGrp="1"/>
          </p:cNvSpPr>
          <p:nvPr>
            <p:ph type="body" sz="quarter" idx="20" hasCustomPrompt="1"/>
          </p:nvPr>
        </p:nvSpPr>
        <p:spPr>
          <a:xfrm>
            <a:off x="3290962" y="1467062"/>
            <a:ext cx="4667994" cy="2420772"/>
          </a:xfrm>
        </p:spPr>
        <p:txBody>
          <a:bodyPr lIns="0" tIns="0" rIns="0" bIns="0" anchor="ctr">
            <a:noAutofit/>
          </a:bodyPr>
          <a:lstStyle>
            <a:lvl1pPr marL="0" indent="0" algn="l">
              <a:lnSpc>
                <a:spcPct val="90000"/>
              </a:lnSpc>
              <a:spcBef>
                <a:spcPts val="0"/>
              </a:spcBef>
              <a:buNone/>
              <a:defRPr sz="8500" b="0" spc="650" baseline="0">
                <a:solidFill>
                  <a:schemeClr val="tx2"/>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Thank you</a:t>
            </a:r>
          </a:p>
        </p:txBody>
      </p:sp>
    </p:spTree>
    <p:extLst>
      <p:ext uri="{BB962C8B-B14F-4D97-AF65-F5344CB8AC3E}">
        <p14:creationId xmlns:p14="http://schemas.microsoft.com/office/powerpoint/2010/main" val="215311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B94F4E-FF39-0408-C3C6-A986750D825D}"/>
              </a:ext>
            </a:extLst>
          </p:cNvPr>
          <p:cNvSpPr>
            <a:spLocks noGrp="1"/>
          </p:cNvSpPr>
          <p:nvPr>
            <p:ph type="title"/>
          </p:nvPr>
        </p:nvSpPr>
        <p:spPr>
          <a:xfrm>
            <a:off x="638461" y="365125"/>
            <a:ext cx="10915075"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2EB616EB-5E9D-04D9-F6DC-33F7E5BBA167}"/>
              </a:ext>
            </a:extLst>
          </p:cNvPr>
          <p:cNvSpPr>
            <a:spLocks noGrp="1"/>
          </p:cNvSpPr>
          <p:nvPr>
            <p:ph type="body" idx="1"/>
          </p:nvPr>
        </p:nvSpPr>
        <p:spPr>
          <a:xfrm>
            <a:off x="638460" y="1825625"/>
            <a:ext cx="10915076"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1061C11A-4AAF-B1E1-B1F3-67C0A55EFF82}"/>
              </a:ext>
            </a:extLst>
          </p:cNvPr>
          <p:cNvSpPr>
            <a:spLocks noGrp="1"/>
          </p:cNvSpPr>
          <p:nvPr>
            <p:ph type="sldNum" sz="quarter" idx="4"/>
          </p:nvPr>
        </p:nvSpPr>
        <p:spPr>
          <a:xfrm>
            <a:off x="8810336" y="6356350"/>
            <a:ext cx="2743200" cy="365125"/>
          </a:xfrm>
          <a:prstGeom prst="rect">
            <a:avLst/>
          </a:prstGeom>
        </p:spPr>
        <p:txBody>
          <a:bodyPr vert="horz" lIns="91440" tIns="45720" rIns="91440" bIns="45720" rtlCol="0" anchor="ctr"/>
          <a:lstStyle>
            <a:lvl1pPr algn="r">
              <a:defRPr sz="1200" b="0" i="0" spc="50" baseline="0">
                <a:solidFill>
                  <a:schemeClr val="accent2">
                    <a:lumMod val="90000"/>
                  </a:schemeClr>
                </a:solidFill>
                <a:latin typeface="+mn-lt"/>
              </a:defRPr>
            </a:lvl1pPr>
          </a:lstStyle>
          <a:p>
            <a:fld id="{295C7AAE-A677-454A-8BDB-62A0650ACE98}" type="slidenum">
              <a:rPr lang="en-US" smtClean="0"/>
              <a:pPr/>
              <a:t>‹#›</a:t>
            </a:fld>
            <a:endParaRPr lang="en-US" dirty="0"/>
          </a:p>
        </p:txBody>
      </p:sp>
      <p:sp>
        <p:nvSpPr>
          <p:cNvPr id="8" name="Footer Placeholder 4">
            <a:extLst>
              <a:ext uri="{FF2B5EF4-FFF2-40B4-BE49-F238E27FC236}">
                <a16:creationId xmlns:a16="http://schemas.microsoft.com/office/drawing/2014/main" id="{D63DBDAD-8830-10AA-86C7-A42D12292797}"/>
              </a:ext>
            </a:extLst>
          </p:cNvPr>
          <p:cNvSpPr>
            <a:spLocks noGrp="1"/>
          </p:cNvSpPr>
          <p:nvPr>
            <p:ph type="ftr" sz="quarter" idx="3"/>
          </p:nvPr>
        </p:nvSpPr>
        <p:spPr>
          <a:xfrm>
            <a:off x="638460" y="6356350"/>
            <a:ext cx="4114800" cy="365125"/>
          </a:xfrm>
          <a:prstGeom prst="rect">
            <a:avLst/>
          </a:prstGeom>
        </p:spPr>
        <p:txBody>
          <a:bodyPr anchor="ctr"/>
          <a:lstStyle>
            <a:lvl1pPr>
              <a:defRPr sz="1200" b="0" i="0" spc="50" baseline="0">
                <a:solidFill>
                  <a:schemeClr val="accent2">
                    <a:lumMod val="90000"/>
                  </a:schemeClr>
                </a:solidFill>
                <a:latin typeface="+mn-lt"/>
              </a:defRPr>
            </a:lvl1pPr>
          </a:lstStyle>
          <a:p>
            <a:r>
              <a:rPr lang="en-US"/>
              <a:t>Presentation title</a:t>
            </a:r>
            <a:endParaRPr lang="en-US" dirty="0"/>
          </a:p>
        </p:txBody>
      </p:sp>
    </p:spTree>
    <p:extLst>
      <p:ext uri="{BB962C8B-B14F-4D97-AF65-F5344CB8AC3E}">
        <p14:creationId xmlns:p14="http://schemas.microsoft.com/office/powerpoint/2010/main" val="168155362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0" r:id="rId3"/>
    <p:sldLayoutId id="2147483701" r:id="rId4"/>
    <p:sldLayoutId id="2147483702" r:id="rId5"/>
    <p:sldLayoutId id="2147483703" r:id="rId6"/>
    <p:sldLayoutId id="2147483704" r:id="rId7"/>
    <p:sldLayoutId id="2147483705" r:id="rId8"/>
    <p:sldLayoutId id="2147483711" r:id="rId9"/>
    <p:sldLayoutId id="2147483706" r:id="rId10"/>
    <p:sldLayoutId id="2147483707" r:id="rId11"/>
    <p:sldLayoutId id="2147483708" r:id="rId12"/>
    <p:sldLayoutId id="2147483709" r:id="rId13"/>
    <p:sldLayoutId id="2147483710" r:id="rId14"/>
  </p:sldLayoutIdLst>
  <p:hf hdr="0" dt="0"/>
  <p:txStyles>
    <p:titleStyle>
      <a:lvl1pPr algn="l" defTabSz="914400" rtl="0" eaLnBrk="1" latinLnBrk="0" hangingPunct="1">
        <a:lnSpc>
          <a:spcPct val="90000"/>
        </a:lnSpc>
        <a:spcBef>
          <a:spcPct val="0"/>
        </a:spcBef>
        <a:buNone/>
        <a:defRPr sz="5500" kern="1200" spc="5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i="0"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85_399D13C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9A_C64263A.xm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99_E865E0E7.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9C_B1F80865.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81_E3615940.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84_8A40DE60.xml"/><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9B_FC19632A.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8F_BB527458.xml"/><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97_C04ACB7A.xml"/><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90_64FC6A7D.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88_B6DF11CB.xml"/><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9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6A25-0569-0BFE-AB1C-FC206CC58B7F}"/>
              </a:ext>
            </a:extLst>
          </p:cNvPr>
          <p:cNvSpPr>
            <a:spLocks noGrp="1"/>
          </p:cNvSpPr>
          <p:nvPr>
            <p:ph type="ctrTitle"/>
          </p:nvPr>
        </p:nvSpPr>
        <p:spPr/>
        <p:txBody>
          <a:bodyPr/>
          <a:lstStyle/>
          <a:p>
            <a:r>
              <a:rPr lang="en-US" noProof="1">
                <a:solidFill>
                  <a:srgbClr val="F5E3B2"/>
                </a:solidFill>
              </a:rPr>
              <a:t>aRANYHAJ aRANYHAJ</a:t>
            </a:r>
            <a:br>
              <a:rPr lang="en-US" noProof="1"/>
            </a:br>
            <a:r>
              <a:rPr lang="en-US" noProof="1">
                <a:solidFill>
                  <a:srgbClr val="F1BB2A"/>
                </a:solidFill>
              </a:rPr>
              <a:t>ARANYHAJ</a:t>
            </a:r>
            <a:br>
              <a:rPr lang="en-US" noProof="1">
                <a:solidFill>
                  <a:srgbClr val="F1BB2A"/>
                </a:solidFill>
              </a:rPr>
            </a:br>
            <a:r>
              <a:rPr lang="en-US" noProof="1">
                <a:solidFill>
                  <a:srgbClr val="F1BB2A"/>
                </a:solidFill>
              </a:rPr>
              <a:t>AraNYHAJ</a:t>
            </a:r>
            <a:br>
              <a:rPr lang="en-US" noProof="1"/>
            </a:br>
            <a:r>
              <a:rPr lang="en-US" noProof="1">
                <a:solidFill>
                  <a:srgbClr val="F5E3B2"/>
                </a:solidFill>
              </a:rPr>
              <a:t>ARANYHAJ</a:t>
            </a:r>
            <a:br>
              <a:rPr lang="en-US" noProof="1">
                <a:solidFill>
                  <a:srgbClr val="F5E3B2"/>
                </a:solidFill>
              </a:rPr>
            </a:br>
            <a:r>
              <a:rPr lang="en-US" noProof="1">
                <a:solidFill>
                  <a:srgbClr val="F5E3B2"/>
                </a:solidFill>
              </a:rPr>
              <a:t>ARANYHAJ</a:t>
            </a:r>
            <a:br>
              <a:rPr lang="en-US" noProof="1">
                <a:solidFill>
                  <a:srgbClr val="F5E3B2"/>
                </a:solidFill>
              </a:rPr>
            </a:br>
            <a:r>
              <a:rPr lang="en-US" noProof="1">
                <a:solidFill>
                  <a:srgbClr val="F5E3B2"/>
                </a:solidFill>
              </a:rPr>
              <a:t>ARANYHAJ</a:t>
            </a:r>
          </a:p>
        </p:txBody>
      </p:sp>
      <p:sp>
        <p:nvSpPr>
          <p:cNvPr id="6" name="Subtitle 5">
            <a:extLst>
              <a:ext uri="{FF2B5EF4-FFF2-40B4-BE49-F238E27FC236}">
                <a16:creationId xmlns:a16="http://schemas.microsoft.com/office/drawing/2014/main" id="{E1171327-E529-B4E2-EFE8-A39CB45BE440}"/>
              </a:ext>
            </a:extLst>
          </p:cNvPr>
          <p:cNvSpPr>
            <a:spLocks noGrp="1"/>
          </p:cNvSpPr>
          <p:nvPr>
            <p:ph type="subTitle" idx="1"/>
          </p:nvPr>
        </p:nvSpPr>
        <p:spPr>
          <a:xfrm>
            <a:off x="8052964" y="5834933"/>
            <a:ext cx="3279600" cy="512808"/>
          </a:xfrm>
        </p:spPr>
        <p:txBody>
          <a:bodyPr>
            <a:normAutofit fontScale="92500" lnSpcReduction="10000"/>
          </a:bodyPr>
          <a:lstStyle/>
          <a:p>
            <a:r>
              <a:rPr lang="en-US" sz="2000" noProof="1">
                <a:solidFill>
                  <a:srgbClr val="4E3608"/>
                </a:solidFill>
              </a:rPr>
              <a:t>Made by: Panyik Martin and Urai Zoé</a:t>
            </a:r>
          </a:p>
        </p:txBody>
      </p:sp>
      <p:pic>
        <p:nvPicPr>
          <p:cNvPr id="7" name="Kép helye 6">
            <a:extLst>
              <a:ext uri="{FF2B5EF4-FFF2-40B4-BE49-F238E27FC236}">
                <a16:creationId xmlns:a16="http://schemas.microsoft.com/office/drawing/2014/main" id="{C580C6A6-4EBF-83B3-960C-8DF27B6B182A}"/>
              </a:ext>
            </a:extLst>
          </p:cNvPr>
          <p:cNvPicPr>
            <a:picLocks noGrp="1" noChangeAspect="1"/>
          </p:cNvPicPr>
          <p:nvPr>
            <p:ph type="pic" sz="quarter" idx="10"/>
          </p:nvPr>
        </p:nvPicPr>
        <p:blipFill>
          <a:blip r:embed="rId3"/>
          <a:srcRect l="5320" t="8941" r="4069" b="15096"/>
          <a:stretch/>
        </p:blipFill>
        <p:spPr>
          <a:xfrm>
            <a:off x="7528308" y="604554"/>
            <a:ext cx="4085468" cy="5136084"/>
          </a:xfrm>
        </p:spPr>
      </p:pic>
    </p:spTree>
    <p:extLst>
      <p:ext uri="{BB962C8B-B14F-4D97-AF65-F5344CB8AC3E}">
        <p14:creationId xmlns:p14="http://schemas.microsoft.com/office/powerpoint/2010/main" val="92712203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DF9B"/>
        </a:solidFill>
        <a:effectLst/>
      </p:bgPr>
    </p:bg>
    <p:spTree>
      <p:nvGrpSpPr>
        <p:cNvPr id="1" name=""/>
        <p:cNvGrpSpPr/>
        <p:nvPr/>
      </p:nvGrpSpPr>
      <p:grpSpPr>
        <a:xfrm>
          <a:off x="0" y="0"/>
          <a:ext cx="0" cy="0"/>
          <a:chOff x="0" y="0"/>
          <a:chExt cx="0" cy="0"/>
        </a:xfrm>
      </p:grpSpPr>
      <p:pic>
        <p:nvPicPr>
          <p:cNvPr id="5" name="Kép helye 4">
            <a:extLst>
              <a:ext uri="{FF2B5EF4-FFF2-40B4-BE49-F238E27FC236}">
                <a16:creationId xmlns:a16="http://schemas.microsoft.com/office/drawing/2014/main" id="{30D8FE39-73CC-D0FD-C859-EFCBEC98DB79}"/>
              </a:ext>
            </a:extLst>
          </p:cNvPr>
          <p:cNvPicPr>
            <a:picLocks noGrp="1" noChangeAspect="1"/>
          </p:cNvPicPr>
          <p:nvPr>
            <p:ph type="pic" sz="quarter" idx="10"/>
          </p:nvPr>
        </p:nvPicPr>
        <p:blipFill>
          <a:blip r:embed="rId3"/>
          <a:srcRect l="5442" t="3309" r="5402" b="12747"/>
          <a:stretch/>
        </p:blipFill>
        <p:spPr>
          <a:xfrm>
            <a:off x="4333201" y="1212881"/>
            <a:ext cx="3525597" cy="4432237"/>
          </a:xfrm>
        </p:spPr>
      </p:pic>
      <p:sp>
        <p:nvSpPr>
          <p:cNvPr id="2" name="Title 1">
            <a:extLst>
              <a:ext uri="{FF2B5EF4-FFF2-40B4-BE49-F238E27FC236}">
                <a16:creationId xmlns:a16="http://schemas.microsoft.com/office/drawing/2014/main" id="{54047B8C-65D0-EA39-A5A8-A5EFE8FEB6F1}"/>
              </a:ext>
            </a:extLst>
          </p:cNvPr>
          <p:cNvSpPr>
            <a:spLocks noGrp="1"/>
          </p:cNvSpPr>
          <p:nvPr>
            <p:ph type="title"/>
          </p:nvPr>
        </p:nvSpPr>
        <p:spPr/>
        <p:txBody>
          <a:bodyPr/>
          <a:lstStyle/>
          <a:p>
            <a:r>
              <a:rPr lang="en-US" noProof="1">
                <a:solidFill>
                  <a:srgbClr val="4E3608"/>
                </a:solidFill>
              </a:rPr>
              <a:t>Aranyhaj</a:t>
            </a:r>
          </a:p>
        </p:txBody>
      </p:sp>
      <p:sp>
        <p:nvSpPr>
          <p:cNvPr id="4" name="Text Placeholder 3">
            <a:extLst>
              <a:ext uri="{FF2B5EF4-FFF2-40B4-BE49-F238E27FC236}">
                <a16:creationId xmlns:a16="http://schemas.microsoft.com/office/drawing/2014/main" id="{AC46A718-8F29-3AB4-D64D-7209870F5ECE}"/>
              </a:ext>
            </a:extLst>
          </p:cNvPr>
          <p:cNvSpPr>
            <a:spLocks noGrp="1"/>
          </p:cNvSpPr>
          <p:nvPr>
            <p:ph type="body" sz="quarter" idx="11"/>
          </p:nvPr>
        </p:nvSpPr>
        <p:spPr/>
        <p:txBody>
          <a:bodyPr/>
          <a:lstStyle/>
          <a:p>
            <a:r>
              <a:rPr lang="en-US" noProof="1">
                <a:solidFill>
                  <a:srgbClr val="4E3608"/>
                </a:solidFill>
              </a:rPr>
              <a:t>CREATORS</a:t>
            </a:r>
          </a:p>
        </p:txBody>
      </p:sp>
    </p:spTree>
    <p:extLst>
      <p:ext uri="{BB962C8B-B14F-4D97-AF65-F5344CB8AC3E}">
        <p14:creationId xmlns:p14="http://schemas.microsoft.com/office/powerpoint/2010/main" val="377485304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53FD73-3C20-1A2D-592F-07E395610DC1}"/>
              </a:ext>
            </a:extLst>
          </p:cNvPr>
          <p:cNvSpPr>
            <a:spLocks noGrp="1"/>
          </p:cNvSpPr>
          <p:nvPr>
            <p:ph type="title"/>
          </p:nvPr>
        </p:nvSpPr>
        <p:spPr/>
        <p:txBody>
          <a:bodyPr/>
          <a:lstStyle/>
          <a:p>
            <a:r>
              <a:rPr lang="en-US" noProof="1">
                <a:solidFill>
                  <a:srgbClr val="F7DF9B"/>
                </a:solidFill>
              </a:rPr>
              <a:t>OVERVIEW </a:t>
            </a:r>
            <a:br>
              <a:rPr lang="en-US" noProof="1">
                <a:solidFill>
                  <a:srgbClr val="F7DF9B"/>
                </a:solidFill>
              </a:rPr>
            </a:br>
            <a:r>
              <a:rPr lang="en-US" noProof="1">
                <a:solidFill>
                  <a:srgbClr val="F1BB2A"/>
                </a:solidFill>
              </a:rPr>
              <a:t>OVERVIEW</a:t>
            </a:r>
            <a:br>
              <a:rPr lang="en-US" noProof="1">
                <a:solidFill>
                  <a:srgbClr val="F7DF9B"/>
                </a:solidFill>
              </a:rPr>
            </a:br>
            <a:r>
              <a:rPr lang="en-US" noProof="1">
                <a:solidFill>
                  <a:srgbClr val="F7DF9B"/>
                </a:solidFill>
              </a:rPr>
              <a:t>OVERVIEW</a:t>
            </a:r>
          </a:p>
        </p:txBody>
      </p:sp>
      <p:sp>
        <p:nvSpPr>
          <p:cNvPr id="3" name="Text Placeholder 2">
            <a:extLst>
              <a:ext uri="{FF2B5EF4-FFF2-40B4-BE49-F238E27FC236}">
                <a16:creationId xmlns:a16="http://schemas.microsoft.com/office/drawing/2014/main" id="{27573208-F9ED-993D-477F-AD36CA6ABB58}"/>
              </a:ext>
            </a:extLst>
          </p:cNvPr>
          <p:cNvSpPr>
            <a:spLocks noGrp="1"/>
          </p:cNvSpPr>
          <p:nvPr>
            <p:ph type="body" sz="quarter" idx="13"/>
          </p:nvPr>
        </p:nvSpPr>
        <p:spPr>
          <a:xfrm>
            <a:off x="5608966" y="760122"/>
            <a:ext cx="2227344" cy="677817"/>
          </a:xfrm>
        </p:spPr>
        <p:txBody>
          <a:bodyPr/>
          <a:lstStyle/>
          <a:p>
            <a:r>
              <a:rPr lang="en-US" sz="2800" noProof="1">
                <a:solidFill>
                  <a:srgbClr val="4E3608"/>
                </a:solidFill>
              </a:rPr>
              <a:t>Aranyhaj</a:t>
            </a:r>
            <a:endParaRPr lang="en-US" sz="2000" noProof="1">
              <a:solidFill>
                <a:srgbClr val="4E3608"/>
              </a:solidFill>
            </a:endParaRPr>
          </a:p>
        </p:txBody>
      </p:sp>
      <p:sp>
        <p:nvSpPr>
          <p:cNvPr id="6" name="Text Placeholder 5">
            <a:extLst>
              <a:ext uri="{FF2B5EF4-FFF2-40B4-BE49-F238E27FC236}">
                <a16:creationId xmlns:a16="http://schemas.microsoft.com/office/drawing/2014/main" id="{5E22715B-93B4-5AF2-4CF7-4210F6FACB22}"/>
              </a:ext>
            </a:extLst>
          </p:cNvPr>
          <p:cNvSpPr>
            <a:spLocks noGrp="1"/>
          </p:cNvSpPr>
          <p:nvPr>
            <p:ph type="body" sz="quarter" idx="20"/>
          </p:nvPr>
        </p:nvSpPr>
        <p:spPr>
          <a:xfrm>
            <a:off x="5351816" y="3909694"/>
            <a:ext cx="2484494" cy="677817"/>
          </a:xfrm>
        </p:spPr>
        <p:txBody>
          <a:bodyPr/>
          <a:lstStyle/>
          <a:p>
            <a:r>
              <a:rPr lang="en-US" sz="2800" noProof="1">
                <a:solidFill>
                  <a:srgbClr val="4E3608"/>
                </a:solidFill>
              </a:rPr>
              <a:t>Programming</a:t>
            </a:r>
            <a:endParaRPr lang="en-US" sz="2000" noProof="1">
              <a:solidFill>
                <a:srgbClr val="4E3608"/>
              </a:solidFill>
            </a:endParaRPr>
          </a:p>
          <a:p>
            <a:endParaRPr lang="en-US" sz="2000" noProof="1"/>
          </a:p>
        </p:txBody>
      </p:sp>
      <p:sp>
        <p:nvSpPr>
          <p:cNvPr id="5" name="Text Placeholder 4">
            <a:extLst>
              <a:ext uri="{FF2B5EF4-FFF2-40B4-BE49-F238E27FC236}">
                <a16:creationId xmlns:a16="http://schemas.microsoft.com/office/drawing/2014/main" id="{9B8AA8EA-154B-1586-1B03-2A3E56C82B92}"/>
              </a:ext>
            </a:extLst>
          </p:cNvPr>
          <p:cNvSpPr>
            <a:spLocks noGrp="1"/>
          </p:cNvSpPr>
          <p:nvPr>
            <p:ph type="body" sz="quarter" idx="18"/>
          </p:nvPr>
        </p:nvSpPr>
        <p:spPr>
          <a:xfrm>
            <a:off x="9015117" y="903667"/>
            <a:ext cx="2227344" cy="677817"/>
          </a:xfrm>
        </p:spPr>
        <p:txBody>
          <a:bodyPr/>
          <a:lstStyle/>
          <a:p>
            <a:r>
              <a:rPr lang="en-US" sz="2800" noProof="1">
                <a:solidFill>
                  <a:srgbClr val="4E3608"/>
                </a:solidFill>
              </a:rPr>
              <a:t>Execution</a:t>
            </a:r>
            <a:endParaRPr lang="en-US" sz="2000" noProof="1">
              <a:solidFill>
                <a:srgbClr val="4E3608"/>
              </a:solidFill>
            </a:endParaRPr>
          </a:p>
        </p:txBody>
      </p:sp>
      <p:sp>
        <p:nvSpPr>
          <p:cNvPr id="4" name="Text Placeholder 3">
            <a:extLst>
              <a:ext uri="{FF2B5EF4-FFF2-40B4-BE49-F238E27FC236}">
                <a16:creationId xmlns:a16="http://schemas.microsoft.com/office/drawing/2014/main" id="{046E845C-50F8-D0D3-B695-3EBD492039AF}"/>
              </a:ext>
            </a:extLst>
          </p:cNvPr>
          <p:cNvSpPr>
            <a:spLocks noGrp="1"/>
          </p:cNvSpPr>
          <p:nvPr>
            <p:ph type="body" sz="quarter" idx="16"/>
          </p:nvPr>
        </p:nvSpPr>
        <p:spPr>
          <a:xfrm>
            <a:off x="9068264" y="3926220"/>
            <a:ext cx="2742424" cy="677817"/>
          </a:xfrm>
        </p:spPr>
        <p:txBody>
          <a:bodyPr/>
          <a:lstStyle/>
          <a:p>
            <a:r>
              <a:rPr lang="en-US" sz="2800" noProof="1">
                <a:solidFill>
                  <a:srgbClr val="4E3608"/>
                </a:solidFill>
              </a:rPr>
              <a:t>Executive</a:t>
            </a:r>
            <a:r>
              <a:rPr lang="en-US" sz="2000" noProof="1"/>
              <a:t> </a:t>
            </a:r>
            <a:r>
              <a:rPr lang="en-US" sz="2800" noProof="1">
                <a:solidFill>
                  <a:srgbClr val="4E3608"/>
                </a:solidFill>
              </a:rPr>
              <a:t>plan</a:t>
            </a:r>
            <a:r>
              <a:rPr lang="en-US" sz="2000" noProof="1"/>
              <a:t>​</a:t>
            </a:r>
          </a:p>
        </p:txBody>
      </p:sp>
      <p:sp>
        <p:nvSpPr>
          <p:cNvPr id="11" name="Text Placeholder 10">
            <a:extLst>
              <a:ext uri="{FF2B5EF4-FFF2-40B4-BE49-F238E27FC236}">
                <a16:creationId xmlns:a16="http://schemas.microsoft.com/office/drawing/2014/main" id="{8FFF4002-1A50-108B-9DC3-0DFAA750E43E}"/>
              </a:ext>
            </a:extLst>
          </p:cNvPr>
          <p:cNvSpPr>
            <a:spLocks noGrp="1"/>
          </p:cNvSpPr>
          <p:nvPr>
            <p:ph type="body" sz="quarter" idx="26"/>
          </p:nvPr>
        </p:nvSpPr>
        <p:spPr>
          <a:xfrm>
            <a:off x="5419106" y="1175430"/>
            <a:ext cx="3391230" cy="2754500"/>
          </a:xfrm>
        </p:spPr>
        <p:txBody>
          <a:bodyPr/>
          <a:lstStyle/>
          <a:p>
            <a:pPr>
              <a:spcBef>
                <a:spcPts val="0"/>
              </a:spcBef>
            </a:pPr>
            <a:r>
              <a:rPr lang="en-US" sz="2400" noProof="1">
                <a:solidFill>
                  <a:srgbClr val="785005"/>
                </a:solidFill>
              </a:rPr>
              <a:t>Who are we?</a:t>
            </a:r>
          </a:p>
          <a:p>
            <a:pPr>
              <a:spcBef>
                <a:spcPts val="0"/>
              </a:spcBef>
            </a:pPr>
            <a:r>
              <a:rPr lang="en-US" sz="2400" noProof="1">
                <a:solidFill>
                  <a:srgbClr val="785005"/>
                </a:solidFill>
              </a:rPr>
              <a:t>Why have we made this?</a:t>
            </a:r>
          </a:p>
          <a:p>
            <a:pPr>
              <a:spcBef>
                <a:spcPts val="0"/>
              </a:spcBef>
            </a:pPr>
            <a:r>
              <a:rPr lang="en-US" sz="2400" noProof="1">
                <a:solidFill>
                  <a:srgbClr val="785005"/>
                </a:solidFill>
              </a:rPr>
              <a:t>What is our goal?</a:t>
            </a:r>
            <a:br>
              <a:rPr lang="en-US" sz="1600" noProof="1"/>
            </a:br>
            <a:endParaRPr lang="en-US" sz="1600" noProof="1"/>
          </a:p>
        </p:txBody>
      </p:sp>
      <p:sp>
        <p:nvSpPr>
          <p:cNvPr id="12" name="Text Placeholder 11">
            <a:extLst>
              <a:ext uri="{FF2B5EF4-FFF2-40B4-BE49-F238E27FC236}">
                <a16:creationId xmlns:a16="http://schemas.microsoft.com/office/drawing/2014/main" id="{9B9220A8-F124-7A65-E119-AC65CC91023E}"/>
              </a:ext>
            </a:extLst>
          </p:cNvPr>
          <p:cNvSpPr>
            <a:spLocks noGrp="1"/>
          </p:cNvSpPr>
          <p:nvPr>
            <p:ph type="body" sz="quarter" idx="27"/>
          </p:nvPr>
        </p:nvSpPr>
        <p:spPr>
          <a:xfrm>
            <a:off x="5355397" y="4458115"/>
            <a:ext cx="2738841" cy="2086154"/>
          </a:xfrm>
        </p:spPr>
        <p:txBody>
          <a:bodyPr/>
          <a:lstStyle/>
          <a:p>
            <a:r>
              <a:rPr lang="en-US" sz="2400" noProof="1">
                <a:solidFill>
                  <a:srgbClr val="785005"/>
                </a:solidFill>
              </a:rPr>
              <a:t>Used information</a:t>
            </a:r>
            <a:endParaRPr lang="hu-HU" sz="2400" noProof="1">
              <a:solidFill>
                <a:srgbClr val="785005"/>
              </a:solidFill>
            </a:endParaRPr>
          </a:p>
          <a:p>
            <a:r>
              <a:rPr lang="en-US" sz="2400" noProof="1">
                <a:solidFill>
                  <a:srgbClr val="785005"/>
                </a:solidFill>
              </a:rPr>
              <a:t>Challenges</a:t>
            </a:r>
            <a:endParaRPr lang="hu-HU" sz="2400" noProof="1">
              <a:solidFill>
                <a:srgbClr val="785005"/>
              </a:solidFill>
            </a:endParaRPr>
          </a:p>
          <a:p>
            <a:r>
              <a:rPr lang="en-US" sz="2400" noProof="1">
                <a:solidFill>
                  <a:srgbClr val="785005"/>
                </a:solidFill>
              </a:rPr>
              <a:t>Tests</a:t>
            </a:r>
          </a:p>
          <a:p>
            <a:endParaRPr lang="en-US" sz="1600" noProof="1"/>
          </a:p>
        </p:txBody>
      </p:sp>
      <p:sp>
        <p:nvSpPr>
          <p:cNvPr id="133" name="Text Placeholder 132">
            <a:extLst>
              <a:ext uri="{FF2B5EF4-FFF2-40B4-BE49-F238E27FC236}">
                <a16:creationId xmlns:a16="http://schemas.microsoft.com/office/drawing/2014/main" id="{7642D3A8-5C4E-FC41-22B8-E5B06B4FF72C}"/>
              </a:ext>
            </a:extLst>
          </p:cNvPr>
          <p:cNvSpPr>
            <a:spLocks noGrp="1"/>
          </p:cNvSpPr>
          <p:nvPr>
            <p:ph type="body" sz="quarter" idx="28"/>
          </p:nvPr>
        </p:nvSpPr>
        <p:spPr>
          <a:xfrm>
            <a:off x="9015117" y="1437939"/>
            <a:ext cx="2538419" cy="2363773"/>
          </a:xfrm>
        </p:spPr>
        <p:txBody>
          <a:bodyPr/>
          <a:lstStyle/>
          <a:p>
            <a:pPr>
              <a:spcBef>
                <a:spcPts val="0"/>
              </a:spcBef>
            </a:pPr>
            <a:r>
              <a:rPr lang="en-US" sz="2400" noProof="1">
                <a:solidFill>
                  <a:srgbClr val="785005"/>
                </a:solidFill>
              </a:rPr>
              <a:t>Division of work</a:t>
            </a:r>
            <a:endParaRPr lang="hu-HU" sz="2400" noProof="1">
              <a:solidFill>
                <a:srgbClr val="785005"/>
              </a:solidFill>
            </a:endParaRPr>
          </a:p>
          <a:p>
            <a:pPr>
              <a:spcBef>
                <a:spcPts val="0"/>
              </a:spcBef>
            </a:pPr>
            <a:r>
              <a:rPr lang="en-US" sz="2400" noProof="1">
                <a:solidFill>
                  <a:srgbClr val="785005"/>
                </a:solidFill>
              </a:rPr>
              <a:t>Planning</a:t>
            </a:r>
          </a:p>
        </p:txBody>
      </p:sp>
      <p:sp>
        <p:nvSpPr>
          <p:cNvPr id="10" name="Text Placeholder 9">
            <a:extLst>
              <a:ext uri="{FF2B5EF4-FFF2-40B4-BE49-F238E27FC236}">
                <a16:creationId xmlns:a16="http://schemas.microsoft.com/office/drawing/2014/main" id="{F9D0D8A3-29BB-11A9-A461-E1AEF55627E0}"/>
              </a:ext>
            </a:extLst>
          </p:cNvPr>
          <p:cNvSpPr>
            <a:spLocks noGrp="1"/>
          </p:cNvSpPr>
          <p:nvPr>
            <p:ph type="body" sz="quarter" idx="25"/>
          </p:nvPr>
        </p:nvSpPr>
        <p:spPr>
          <a:xfrm>
            <a:off x="9068264" y="4458115"/>
            <a:ext cx="2742424" cy="1898235"/>
          </a:xfrm>
        </p:spPr>
        <p:txBody>
          <a:bodyPr/>
          <a:lstStyle/>
          <a:p>
            <a:r>
              <a:rPr lang="en-US" sz="2400" noProof="1">
                <a:solidFill>
                  <a:srgbClr val="785005"/>
                </a:solidFill>
              </a:rPr>
              <a:t>Overall Result</a:t>
            </a:r>
            <a:endParaRPr lang="hu-HU" sz="2400" noProof="1">
              <a:solidFill>
                <a:srgbClr val="785005"/>
              </a:solidFill>
            </a:endParaRPr>
          </a:p>
          <a:p>
            <a:r>
              <a:rPr lang="en-US" sz="2400" noProof="1">
                <a:solidFill>
                  <a:srgbClr val="785005"/>
                </a:solidFill>
              </a:rPr>
              <a:t>Up Next​</a:t>
            </a:r>
          </a:p>
        </p:txBody>
      </p:sp>
      <p:sp>
        <p:nvSpPr>
          <p:cNvPr id="7" name="Footer Placeholder 6">
            <a:extLst>
              <a:ext uri="{FF2B5EF4-FFF2-40B4-BE49-F238E27FC236}">
                <a16:creationId xmlns:a16="http://schemas.microsoft.com/office/drawing/2014/main" id="{96A50566-A544-45FD-3EA5-98A56BFA4435}"/>
              </a:ext>
            </a:extLst>
          </p:cNvPr>
          <p:cNvSpPr>
            <a:spLocks noGrp="1"/>
          </p:cNvSpPr>
          <p:nvPr>
            <p:ph type="ftr" sz="quarter" idx="22"/>
          </p:nvPr>
        </p:nvSpPr>
        <p:spPr/>
        <p:txBody>
          <a:bodyPr/>
          <a:lstStyle/>
          <a:p>
            <a:r>
              <a:rPr lang="en-US" noProof="1"/>
              <a:t>Aranyhaj</a:t>
            </a:r>
          </a:p>
        </p:txBody>
      </p:sp>
      <p:sp>
        <p:nvSpPr>
          <p:cNvPr id="8" name="Slide Number Placeholder 7">
            <a:extLst>
              <a:ext uri="{FF2B5EF4-FFF2-40B4-BE49-F238E27FC236}">
                <a16:creationId xmlns:a16="http://schemas.microsoft.com/office/drawing/2014/main" id="{FF15EB22-D187-64BD-D2F1-25063327CD68}"/>
              </a:ext>
            </a:extLst>
          </p:cNvPr>
          <p:cNvSpPr>
            <a:spLocks noGrp="1"/>
          </p:cNvSpPr>
          <p:nvPr>
            <p:ph type="sldNum" sz="quarter" idx="23"/>
          </p:nvPr>
        </p:nvSpPr>
        <p:spPr/>
        <p:txBody>
          <a:bodyPr/>
          <a:lstStyle/>
          <a:p>
            <a:fld id="{295C7AAE-A677-454A-8BDB-62A0650ACE98}" type="slidenum">
              <a:rPr lang="en-US" noProof="1" smtClean="0"/>
              <a:pPr/>
              <a:t>3</a:t>
            </a:fld>
            <a:endParaRPr lang="en-US" noProof="1"/>
          </a:p>
        </p:txBody>
      </p:sp>
    </p:spTree>
    <p:extLst>
      <p:ext uri="{BB962C8B-B14F-4D97-AF65-F5344CB8AC3E}">
        <p14:creationId xmlns:p14="http://schemas.microsoft.com/office/powerpoint/2010/main" val="373366525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9A004-BF6D-FE16-E2E8-44F687F19D31}"/>
              </a:ext>
            </a:extLst>
          </p:cNvPr>
          <p:cNvSpPr>
            <a:spLocks noGrp="1"/>
          </p:cNvSpPr>
          <p:nvPr>
            <p:ph type="title"/>
          </p:nvPr>
        </p:nvSpPr>
        <p:spPr/>
        <p:txBody>
          <a:bodyPr/>
          <a:lstStyle/>
          <a:p>
            <a:r>
              <a:rPr lang="en-US" b="1" noProof="1">
                <a:solidFill>
                  <a:srgbClr val="4E3608"/>
                </a:solidFill>
              </a:rPr>
              <a:t>Aranyhaj</a:t>
            </a:r>
          </a:p>
        </p:txBody>
      </p:sp>
      <p:sp>
        <p:nvSpPr>
          <p:cNvPr id="3" name="Text Placeholder 2">
            <a:extLst>
              <a:ext uri="{FF2B5EF4-FFF2-40B4-BE49-F238E27FC236}">
                <a16:creationId xmlns:a16="http://schemas.microsoft.com/office/drawing/2014/main" id="{660B75ED-1B8A-5924-D271-182345C9308D}"/>
              </a:ext>
            </a:extLst>
          </p:cNvPr>
          <p:cNvSpPr>
            <a:spLocks noGrp="1"/>
          </p:cNvSpPr>
          <p:nvPr>
            <p:ph type="body" sz="quarter" idx="16"/>
          </p:nvPr>
        </p:nvSpPr>
        <p:spPr/>
        <p:txBody>
          <a:bodyPr/>
          <a:lstStyle/>
          <a:p>
            <a:pPr marL="0" indent="0">
              <a:spcBef>
                <a:spcPts val="2400"/>
              </a:spcBef>
              <a:buNone/>
            </a:pPr>
            <a:r>
              <a:rPr lang="en-US" sz="2800" b="0" noProof="1">
                <a:solidFill>
                  <a:srgbClr val="A7770E"/>
                </a:solidFill>
              </a:rPr>
              <a:t>Why have we made this?</a:t>
            </a:r>
          </a:p>
          <a:p>
            <a:pPr marL="0" indent="0">
              <a:spcBef>
                <a:spcPts val="2400"/>
              </a:spcBef>
              <a:buNone/>
            </a:pPr>
            <a:r>
              <a:rPr lang="en-US" sz="2800" b="0" noProof="1">
                <a:solidFill>
                  <a:srgbClr val="A7770E"/>
                </a:solidFill>
              </a:rPr>
              <a:t>What is our goal?</a:t>
            </a:r>
          </a:p>
        </p:txBody>
      </p:sp>
      <p:sp>
        <p:nvSpPr>
          <p:cNvPr id="4" name="Footer Placeholder 3">
            <a:extLst>
              <a:ext uri="{FF2B5EF4-FFF2-40B4-BE49-F238E27FC236}">
                <a16:creationId xmlns:a16="http://schemas.microsoft.com/office/drawing/2014/main" id="{4EAD136D-505E-4253-3F50-0C565558269D}"/>
              </a:ext>
            </a:extLst>
          </p:cNvPr>
          <p:cNvSpPr>
            <a:spLocks noGrp="1"/>
          </p:cNvSpPr>
          <p:nvPr>
            <p:ph type="ftr" sz="quarter" idx="22"/>
          </p:nvPr>
        </p:nvSpPr>
        <p:spPr/>
        <p:txBody>
          <a:bodyPr/>
          <a:lstStyle/>
          <a:p>
            <a:r>
              <a:rPr lang="en-US" noProof="1"/>
              <a:t>Aranyhaj</a:t>
            </a:r>
          </a:p>
        </p:txBody>
      </p:sp>
      <p:sp>
        <p:nvSpPr>
          <p:cNvPr id="5" name="Slide Number Placeholder 4">
            <a:extLst>
              <a:ext uri="{FF2B5EF4-FFF2-40B4-BE49-F238E27FC236}">
                <a16:creationId xmlns:a16="http://schemas.microsoft.com/office/drawing/2014/main" id="{3B1743C7-C079-31F6-50CF-CAF5C83A5964}"/>
              </a:ext>
            </a:extLst>
          </p:cNvPr>
          <p:cNvSpPr>
            <a:spLocks noGrp="1"/>
          </p:cNvSpPr>
          <p:nvPr>
            <p:ph type="sldNum" sz="quarter" idx="23"/>
          </p:nvPr>
        </p:nvSpPr>
        <p:spPr/>
        <p:txBody>
          <a:bodyPr/>
          <a:lstStyle/>
          <a:p>
            <a:fld id="{295C7AAE-A677-454A-8BDB-62A0650ACE98}" type="slidenum">
              <a:rPr lang="en-US" noProof="1" smtClean="0"/>
              <a:pPr/>
              <a:t>4</a:t>
            </a:fld>
            <a:endParaRPr lang="en-US" noProof="1"/>
          </a:p>
        </p:txBody>
      </p:sp>
      <p:pic>
        <p:nvPicPr>
          <p:cNvPr id="21" name="Kép helye 20">
            <a:extLst>
              <a:ext uri="{FF2B5EF4-FFF2-40B4-BE49-F238E27FC236}">
                <a16:creationId xmlns:a16="http://schemas.microsoft.com/office/drawing/2014/main" id="{ECE84936-241D-4E26-13E0-F920D97FCD35}"/>
              </a:ext>
            </a:extLst>
          </p:cNvPr>
          <p:cNvPicPr>
            <a:picLocks noGrp="1" noChangeAspect="1"/>
          </p:cNvPicPr>
          <p:nvPr>
            <p:ph type="pic" sz="quarter" idx="10"/>
          </p:nvPr>
        </p:nvPicPr>
        <p:blipFill>
          <a:blip r:embed="rId3"/>
          <a:srcRect l="23486" r="23486"/>
          <a:stretch>
            <a:fillRect/>
          </a:stretch>
        </p:blipFill>
        <p:spPr/>
      </p:pic>
    </p:spTree>
    <p:extLst>
      <p:ext uri="{BB962C8B-B14F-4D97-AF65-F5344CB8AC3E}">
        <p14:creationId xmlns:p14="http://schemas.microsoft.com/office/powerpoint/2010/main" val="87672983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07C6EF11-357E-8A93-285C-59B38528A77A}"/>
              </a:ext>
            </a:extLst>
          </p:cNvPr>
          <p:cNvSpPr>
            <a:spLocks noGrp="1"/>
          </p:cNvSpPr>
          <p:nvPr>
            <p:ph type="title"/>
          </p:nvPr>
        </p:nvSpPr>
        <p:spPr>
          <a:xfrm>
            <a:off x="638462" y="1381032"/>
            <a:ext cx="5486400" cy="1029375"/>
          </a:xfrm>
        </p:spPr>
        <p:txBody>
          <a:bodyPr/>
          <a:lstStyle/>
          <a:p>
            <a:br>
              <a:rPr lang="en-US" noProof="1">
                <a:solidFill>
                  <a:schemeClr val="accent4">
                    <a:alpha val="10000"/>
                  </a:schemeClr>
                </a:solidFill>
              </a:rPr>
            </a:br>
            <a:br>
              <a:rPr lang="en-US" noProof="1">
                <a:solidFill>
                  <a:schemeClr val="accent4">
                    <a:alpha val="10000"/>
                  </a:schemeClr>
                </a:solidFill>
              </a:rPr>
            </a:br>
            <a:r>
              <a:rPr lang="en-US" noProof="1">
                <a:solidFill>
                  <a:srgbClr val="FAE5A8"/>
                </a:solidFill>
              </a:rPr>
              <a:t>TEAM</a:t>
            </a:r>
            <a:br>
              <a:rPr lang="en-US" noProof="1">
                <a:solidFill>
                  <a:schemeClr val="accent4">
                    <a:alpha val="10000"/>
                  </a:schemeClr>
                </a:solidFill>
              </a:rPr>
            </a:br>
            <a:r>
              <a:rPr lang="en-US" noProof="1">
                <a:solidFill>
                  <a:srgbClr val="F1BB2A"/>
                </a:solidFill>
              </a:rPr>
              <a:t>TEAM</a:t>
            </a:r>
            <a:br>
              <a:rPr lang="en-US" noProof="1">
                <a:solidFill>
                  <a:srgbClr val="F1BB2A"/>
                </a:solidFill>
              </a:rPr>
            </a:br>
            <a:r>
              <a:rPr lang="en-US" noProof="1">
                <a:solidFill>
                  <a:srgbClr val="F1BB2A"/>
                </a:solidFill>
              </a:rPr>
              <a:t>work</a:t>
            </a:r>
            <a:br>
              <a:rPr lang="en-US" noProof="1"/>
            </a:br>
            <a:r>
              <a:rPr lang="en-US" noProof="1">
                <a:solidFill>
                  <a:srgbClr val="FAE5A8"/>
                </a:solidFill>
              </a:rPr>
              <a:t>WORK</a:t>
            </a:r>
          </a:p>
        </p:txBody>
      </p:sp>
      <p:sp>
        <p:nvSpPr>
          <p:cNvPr id="16" name="Text Placeholder 15">
            <a:extLst>
              <a:ext uri="{FF2B5EF4-FFF2-40B4-BE49-F238E27FC236}">
                <a16:creationId xmlns:a16="http://schemas.microsoft.com/office/drawing/2014/main" id="{817898FC-371F-7E4F-C3C6-AFEB8569906A}"/>
              </a:ext>
            </a:extLst>
          </p:cNvPr>
          <p:cNvSpPr>
            <a:spLocks noGrp="1"/>
          </p:cNvSpPr>
          <p:nvPr>
            <p:ph type="body" sz="quarter" idx="13"/>
          </p:nvPr>
        </p:nvSpPr>
        <p:spPr>
          <a:xfrm>
            <a:off x="3897518" y="576072"/>
            <a:ext cx="2227344" cy="677817"/>
          </a:xfrm>
        </p:spPr>
        <p:txBody>
          <a:bodyPr/>
          <a:lstStyle/>
          <a:p>
            <a:r>
              <a:rPr lang="en-US" sz="2800" noProof="1">
                <a:solidFill>
                  <a:srgbClr val="4E3608"/>
                </a:solidFill>
              </a:rPr>
              <a:t>Strengths</a:t>
            </a:r>
          </a:p>
          <a:p>
            <a:endParaRPr lang="en-US" sz="2000" noProof="1"/>
          </a:p>
        </p:txBody>
      </p:sp>
      <p:sp>
        <p:nvSpPr>
          <p:cNvPr id="22" name="Text Placeholder 21">
            <a:extLst>
              <a:ext uri="{FF2B5EF4-FFF2-40B4-BE49-F238E27FC236}">
                <a16:creationId xmlns:a16="http://schemas.microsoft.com/office/drawing/2014/main" id="{FBAEC9BA-7C60-FAB5-0D08-1FB166610252}"/>
              </a:ext>
            </a:extLst>
          </p:cNvPr>
          <p:cNvSpPr>
            <a:spLocks noGrp="1"/>
          </p:cNvSpPr>
          <p:nvPr>
            <p:ph type="body" sz="quarter" idx="20"/>
          </p:nvPr>
        </p:nvSpPr>
        <p:spPr>
          <a:xfrm>
            <a:off x="3816233" y="3434240"/>
            <a:ext cx="2781212" cy="677817"/>
          </a:xfrm>
        </p:spPr>
        <p:txBody>
          <a:bodyPr/>
          <a:lstStyle/>
          <a:p>
            <a:r>
              <a:rPr lang="en-US" sz="2800" noProof="1">
                <a:solidFill>
                  <a:srgbClr val="4E3608"/>
                </a:solidFill>
              </a:rPr>
              <a:t>Opportunities</a:t>
            </a:r>
            <a:endParaRPr lang="en-US" sz="1800" noProof="1">
              <a:solidFill>
                <a:srgbClr val="4E3608"/>
              </a:solidFill>
            </a:endParaRPr>
          </a:p>
        </p:txBody>
      </p:sp>
      <p:sp>
        <p:nvSpPr>
          <p:cNvPr id="20" name="Text Placeholder 19">
            <a:extLst>
              <a:ext uri="{FF2B5EF4-FFF2-40B4-BE49-F238E27FC236}">
                <a16:creationId xmlns:a16="http://schemas.microsoft.com/office/drawing/2014/main" id="{1214355B-5C62-1D27-29FF-D84FC1938B3B}"/>
              </a:ext>
            </a:extLst>
          </p:cNvPr>
          <p:cNvSpPr>
            <a:spLocks noGrp="1"/>
          </p:cNvSpPr>
          <p:nvPr>
            <p:ph type="body" sz="quarter" idx="18"/>
          </p:nvPr>
        </p:nvSpPr>
        <p:spPr>
          <a:xfrm>
            <a:off x="8614766" y="540086"/>
            <a:ext cx="2227344" cy="677817"/>
          </a:xfrm>
        </p:spPr>
        <p:txBody>
          <a:bodyPr/>
          <a:lstStyle/>
          <a:p>
            <a:r>
              <a:rPr lang="en-US" sz="2800" noProof="1">
                <a:solidFill>
                  <a:srgbClr val="4E3608"/>
                </a:solidFill>
              </a:rPr>
              <a:t>Weaknesses</a:t>
            </a:r>
            <a:endParaRPr lang="en-US" noProof="1">
              <a:solidFill>
                <a:srgbClr val="4E3608"/>
              </a:solidFill>
            </a:endParaRPr>
          </a:p>
        </p:txBody>
      </p:sp>
      <p:sp>
        <p:nvSpPr>
          <p:cNvPr id="18" name="Text Placeholder 17">
            <a:extLst>
              <a:ext uri="{FF2B5EF4-FFF2-40B4-BE49-F238E27FC236}">
                <a16:creationId xmlns:a16="http://schemas.microsoft.com/office/drawing/2014/main" id="{4748053E-1D4D-2985-D6D1-53597E3A9BBE}"/>
              </a:ext>
            </a:extLst>
          </p:cNvPr>
          <p:cNvSpPr>
            <a:spLocks noGrp="1"/>
          </p:cNvSpPr>
          <p:nvPr>
            <p:ph type="body" sz="quarter" idx="16"/>
          </p:nvPr>
        </p:nvSpPr>
        <p:spPr>
          <a:xfrm>
            <a:off x="8933589" y="3392369"/>
            <a:ext cx="2227344" cy="677817"/>
          </a:xfrm>
        </p:spPr>
        <p:txBody>
          <a:bodyPr/>
          <a:lstStyle/>
          <a:p>
            <a:r>
              <a:rPr lang="en-US" sz="2800" noProof="1">
                <a:solidFill>
                  <a:srgbClr val="4E3608"/>
                </a:solidFill>
              </a:rPr>
              <a:t>Threats</a:t>
            </a:r>
            <a:endParaRPr lang="en-US" sz="2000" noProof="1">
              <a:solidFill>
                <a:srgbClr val="4E3608"/>
              </a:solidFill>
            </a:endParaRPr>
          </a:p>
        </p:txBody>
      </p:sp>
      <p:sp>
        <p:nvSpPr>
          <p:cNvPr id="19" name="Text Placeholder 18">
            <a:extLst>
              <a:ext uri="{FF2B5EF4-FFF2-40B4-BE49-F238E27FC236}">
                <a16:creationId xmlns:a16="http://schemas.microsoft.com/office/drawing/2014/main" id="{83071AE5-A6F1-987E-4F1E-1CF23D25C64C}"/>
              </a:ext>
            </a:extLst>
          </p:cNvPr>
          <p:cNvSpPr>
            <a:spLocks noGrp="1"/>
          </p:cNvSpPr>
          <p:nvPr>
            <p:ph type="body" sz="quarter" idx="26"/>
          </p:nvPr>
        </p:nvSpPr>
        <p:spPr>
          <a:xfrm>
            <a:off x="3638497" y="1217903"/>
            <a:ext cx="3903407" cy="1866949"/>
          </a:xfrm>
        </p:spPr>
        <p:txBody>
          <a:bodyPr/>
          <a:lstStyle/>
          <a:p>
            <a:r>
              <a:rPr lang="hu-HU" sz="2000" dirty="0" err="1">
                <a:solidFill>
                  <a:srgbClr val="785005"/>
                </a:solidFill>
              </a:rPr>
              <a:t>Effective</a:t>
            </a:r>
            <a:r>
              <a:rPr lang="hu-HU" sz="2000" dirty="0">
                <a:solidFill>
                  <a:srgbClr val="785005"/>
                </a:solidFill>
              </a:rPr>
              <a:t> team </a:t>
            </a:r>
            <a:r>
              <a:rPr lang="hu-HU" sz="2000" dirty="0" err="1">
                <a:solidFill>
                  <a:srgbClr val="785005"/>
                </a:solidFill>
              </a:rPr>
              <a:t>work</a:t>
            </a:r>
            <a:endParaRPr lang="hu-HU" sz="2000" dirty="0">
              <a:solidFill>
                <a:srgbClr val="785005"/>
              </a:solidFill>
            </a:endParaRPr>
          </a:p>
          <a:p>
            <a:r>
              <a:rPr lang="en-US" sz="2000" dirty="0">
                <a:solidFill>
                  <a:srgbClr val="785005"/>
                </a:solidFill>
              </a:rPr>
              <a:t>We have the flexibility to work on the project from anywhere</a:t>
            </a:r>
            <a:endParaRPr lang="en-US" sz="2000" noProof="1">
              <a:solidFill>
                <a:srgbClr val="785005"/>
              </a:solidFill>
            </a:endParaRPr>
          </a:p>
        </p:txBody>
      </p:sp>
      <p:sp>
        <p:nvSpPr>
          <p:cNvPr id="21" name="Text Placeholder 20">
            <a:extLst>
              <a:ext uri="{FF2B5EF4-FFF2-40B4-BE49-F238E27FC236}">
                <a16:creationId xmlns:a16="http://schemas.microsoft.com/office/drawing/2014/main" id="{71F0AEEE-C884-E10B-AC85-FBC33CD6EA59}"/>
              </a:ext>
            </a:extLst>
          </p:cNvPr>
          <p:cNvSpPr>
            <a:spLocks noGrp="1"/>
          </p:cNvSpPr>
          <p:nvPr>
            <p:ph type="body" sz="quarter" idx="27"/>
          </p:nvPr>
        </p:nvSpPr>
        <p:spPr>
          <a:xfrm>
            <a:off x="3548811" y="4112057"/>
            <a:ext cx="3903406" cy="1774842"/>
          </a:xfrm>
        </p:spPr>
        <p:txBody>
          <a:bodyPr/>
          <a:lstStyle/>
          <a:p>
            <a:r>
              <a:rPr lang="en-US" sz="2000" dirty="0">
                <a:solidFill>
                  <a:srgbClr val="785005"/>
                </a:solidFill>
              </a:rPr>
              <a:t>Community views on the website</a:t>
            </a:r>
            <a:endParaRPr lang="hu-HU" sz="2000" dirty="0">
              <a:solidFill>
                <a:srgbClr val="785005"/>
              </a:solidFill>
            </a:endParaRPr>
          </a:p>
          <a:p>
            <a:r>
              <a:rPr lang="hu-HU" sz="2000" dirty="0" err="1">
                <a:solidFill>
                  <a:srgbClr val="785005"/>
                </a:solidFill>
              </a:rPr>
              <a:t>Assistance</a:t>
            </a:r>
            <a:r>
              <a:rPr lang="hu-HU" sz="2000" dirty="0">
                <a:solidFill>
                  <a:srgbClr val="785005"/>
                </a:solidFill>
              </a:rPr>
              <a:t> </a:t>
            </a:r>
            <a:r>
              <a:rPr lang="hu-HU" sz="2000" dirty="0" err="1">
                <a:solidFill>
                  <a:srgbClr val="785005"/>
                </a:solidFill>
              </a:rPr>
              <a:t>from</a:t>
            </a:r>
            <a:r>
              <a:rPr lang="hu-HU" sz="2000" dirty="0">
                <a:solidFill>
                  <a:srgbClr val="785005"/>
                </a:solidFill>
              </a:rPr>
              <a:t> </a:t>
            </a:r>
            <a:r>
              <a:rPr lang="hu-HU" sz="2000" dirty="0" err="1">
                <a:solidFill>
                  <a:srgbClr val="785005"/>
                </a:solidFill>
              </a:rPr>
              <a:t>educators</a:t>
            </a:r>
            <a:endParaRPr lang="en-US" sz="1400" noProof="1">
              <a:solidFill>
                <a:srgbClr val="785005"/>
              </a:solidFill>
            </a:endParaRPr>
          </a:p>
        </p:txBody>
      </p:sp>
      <p:sp>
        <p:nvSpPr>
          <p:cNvPr id="23" name="Text Placeholder 22">
            <a:extLst>
              <a:ext uri="{FF2B5EF4-FFF2-40B4-BE49-F238E27FC236}">
                <a16:creationId xmlns:a16="http://schemas.microsoft.com/office/drawing/2014/main" id="{92078356-1669-E822-DB88-A1AE583DA178}"/>
              </a:ext>
            </a:extLst>
          </p:cNvPr>
          <p:cNvSpPr>
            <a:spLocks noGrp="1"/>
          </p:cNvSpPr>
          <p:nvPr>
            <p:ph type="body" sz="quarter" idx="28"/>
          </p:nvPr>
        </p:nvSpPr>
        <p:spPr>
          <a:xfrm>
            <a:off x="8043081" y="1145209"/>
            <a:ext cx="3804789" cy="1866948"/>
          </a:xfrm>
        </p:spPr>
        <p:txBody>
          <a:bodyPr/>
          <a:lstStyle/>
          <a:p>
            <a:r>
              <a:rPr lang="en-US" sz="2000" dirty="0">
                <a:solidFill>
                  <a:srgbClr val="785005"/>
                </a:solidFill>
              </a:rPr>
              <a:t>Lack of experience with Laravel</a:t>
            </a:r>
            <a:endParaRPr lang="hu-HU" sz="2000" dirty="0">
              <a:solidFill>
                <a:srgbClr val="785005"/>
              </a:solidFill>
            </a:endParaRPr>
          </a:p>
          <a:p>
            <a:r>
              <a:rPr lang="en-US" sz="2000" dirty="0">
                <a:solidFill>
                  <a:srgbClr val="785005"/>
                </a:solidFill>
              </a:rPr>
              <a:t>Struggles with meeting tight deadlines</a:t>
            </a:r>
            <a:endParaRPr lang="en-US" sz="2000" noProof="1">
              <a:solidFill>
                <a:srgbClr val="785005"/>
              </a:solidFill>
            </a:endParaRPr>
          </a:p>
        </p:txBody>
      </p:sp>
      <p:sp>
        <p:nvSpPr>
          <p:cNvPr id="17" name="Text Placeholder 16">
            <a:extLst>
              <a:ext uri="{FF2B5EF4-FFF2-40B4-BE49-F238E27FC236}">
                <a16:creationId xmlns:a16="http://schemas.microsoft.com/office/drawing/2014/main" id="{393B4390-A2A5-FA71-6657-7BD3E97ACF53}"/>
              </a:ext>
            </a:extLst>
          </p:cNvPr>
          <p:cNvSpPr>
            <a:spLocks noGrp="1"/>
          </p:cNvSpPr>
          <p:nvPr>
            <p:ph type="body" sz="quarter" idx="25"/>
          </p:nvPr>
        </p:nvSpPr>
        <p:spPr>
          <a:xfrm>
            <a:off x="7944464" y="3893792"/>
            <a:ext cx="3903406" cy="1866948"/>
          </a:xfrm>
        </p:spPr>
        <p:txBody>
          <a:bodyPr/>
          <a:lstStyle/>
          <a:p>
            <a:r>
              <a:rPr lang="hu-HU" sz="2000" dirty="0" err="1">
                <a:solidFill>
                  <a:srgbClr val="785005"/>
                </a:solidFill>
              </a:rPr>
              <a:t>Frequent</a:t>
            </a:r>
            <a:r>
              <a:rPr lang="hu-HU" sz="2000" dirty="0">
                <a:solidFill>
                  <a:srgbClr val="785005"/>
                </a:solidFill>
              </a:rPr>
              <a:t> design </a:t>
            </a:r>
            <a:r>
              <a:rPr lang="hu-HU" sz="2000" dirty="0" err="1">
                <a:solidFill>
                  <a:srgbClr val="785005"/>
                </a:solidFill>
              </a:rPr>
              <a:t>revision</a:t>
            </a:r>
            <a:r>
              <a:rPr lang="hu-HU" sz="2000" dirty="0">
                <a:solidFill>
                  <a:srgbClr val="785005"/>
                </a:solidFill>
              </a:rPr>
              <a:t> </a:t>
            </a:r>
            <a:r>
              <a:rPr lang="hu-HU" sz="2000" dirty="0" err="1">
                <a:solidFill>
                  <a:srgbClr val="785005"/>
                </a:solidFill>
              </a:rPr>
              <a:t>requirements</a:t>
            </a:r>
            <a:endParaRPr lang="hu-HU" sz="2000" dirty="0">
              <a:solidFill>
                <a:srgbClr val="785005"/>
              </a:solidFill>
            </a:endParaRPr>
          </a:p>
          <a:p>
            <a:r>
              <a:rPr lang="en-US" sz="2000" dirty="0">
                <a:solidFill>
                  <a:srgbClr val="785005"/>
                </a:solidFill>
              </a:rPr>
              <a:t>Taking on more than we can handle within the deadline</a:t>
            </a:r>
            <a:endParaRPr lang="en-US" sz="2000" noProof="1">
              <a:solidFill>
                <a:srgbClr val="785005"/>
              </a:solidFill>
            </a:endParaRPr>
          </a:p>
        </p:txBody>
      </p:sp>
      <p:sp>
        <p:nvSpPr>
          <p:cNvPr id="10" name="Footer Placeholder 9">
            <a:extLst>
              <a:ext uri="{FF2B5EF4-FFF2-40B4-BE49-F238E27FC236}">
                <a16:creationId xmlns:a16="http://schemas.microsoft.com/office/drawing/2014/main" id="{1DB2AF52-B2C7-268F-6187-5A2EB17895C7}"/>
              </a:ext>
            </a:extLst>
          </p:cNvPr>
          <p:cNvSpPr>
            <a:spLocks noGrp="1"/>
          </p:cNvSpPr>
          <p:nvPr>
            <p:ph type="ftr" sz="quarter" idx="22"/>
          </p:nvPr>
        </p:nvSpPr>
        <p:spPr/>
        <p:txBody>
          <a:bodyPr/>
          <a:lstStyle/>
          <a:p>
            <a:r>
              <a:rPr lang="en-US" noProof="1"/>
              <a:t>Aranyhaj</a:t>
            </a:r>
          </a:p>
        </p:txBody>
      </p:sp>
      <p:sp>
        <p:nvSpPr>
          <p:cNvPr id="11" name="Slide Number Placeholder 10">
            <a:extLst>
              <a:ext uri="{FF2B5EF4-FFF2-40B4-BE49-F238E27FC236}">
                <a16:creationId xmlns:a16="http://schemas.microsoft.com/office/drawing/2014/main" id="{DB4E7C3B-A91C-B4AB-16D7-E44D99954A2B}"/>
              </a:ext>
            </a:extLst>
          </p:cNvPr>
          <p:cNvSpPr>
            <a:spLocks noGrp="1"/>
          </p:cNvSpPr>
          <p:nvPr>
            <p:ph type="sldNum" sz="quarter" idx="23"/>
          </p:nvPr>
        </p:nvSpPr>
        <p:spPr/>
        <p:txBody>
          <a:bodyPr/>
          <a:lstStyle/>
          <a:p>
            <a:fld id="{295C7AAE-A677-454A-8BDB-62A0650ACE98}" type="slidenum">
              <a:rPr lang="en-US" noProof="1" smtClean="0"/>
              <a:pPr/>
              <a:t>5</a:t>
            </a:fld>
            <a:endParaRPr lang="en-US" noProof="1"/>
          </a:p>
        </p:txBody>
      </p:sp>
    </p:spTree>
    <p:extLst>
      <p:ext uri="{BB962C8B-B14F-4D97-AF65-F5344CB8AC3E}">
        <p14:creationId xmlns:p14="http://schemas.microsoft.com/office/powerpoint/2010/main" val="966595522"/>
      </p:ext>
    </p:extLst>
  </p:cSld>
  <p:clrMapOvr>
    <a:masterClrMapping/>
  </p:clrMapOvr>
  <p:transition spd="slow">
    <p:wipe/>
  </p:transition>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F9EB0-F85D-B8D8-4AB6-48033E6BC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A0C57-8B28-2E19-02C4-9AFB8B44A97A}"/>
              </a:ext>
            </a:extLst>
          </p:cNvPr>
          <p:cNvSpPr>
            <a:spLocks noGrp="1"/>
          </p:cNvSpPr>
          <p:nvPr>
            <p:ph type="title"/>
          </p:nvPr>
        </p:nvSpPr>
        <p:spPr/>
        <p:txBody>
          <a:bodyPr/>
          <a:lstStyle/>
          <a:p>
            <a:r>
              <a:rPr lang="hu-HU" b="1" noProof="1">
                <a:solidFill>
                  <a:srgbClr val="4E3608"/>
                </a:solidFill>
              </a:rPr>
              <a:t>Challanges</a:t>
            </a:r>
            <a:endParaRPr lang="en-US" b="1" noProof="1">
              <a:solidFill>
                <a:srgbClr val="4E3608"/>
              </a:solidFill>
            </a:endParaRPr>
          </a:p>
        </p:txBody>
      </p:sp>
      <p:sp>
        <p:nvSpPr>
          <p:cNvPr id="3" name="Text Placeholder 2">
            <a:extLst>
              <a:ext uri="{FF2B5EF4-FFF2-40B4-BE49-F238E27FC236}">
                <a16:creationId xmlns:a16="http://schemas.microsoft.com/office/drawing/2014/main" id="{1EA163F8-22FE-6520-6749-513CED189C6B}"/>
              </a:ext>
            </a:extLst>
          </p:cNvPr>
          <p:cNvSpPr>
            <a:spLocks noGrp="1"/>
          </p:cNvSpPr>
          <p:nvPr>
            <p:ph type="body" sz="quarter" idx="16"/>
          </p:nvPr>
        </p:nvSpPr>
        <p:spPr/>
        <p:txBody>
          <a:bodyPr/>
          <a:lstStyle/>
          <a:p>
            <a:pPr marL="0" indent="0">
              <a:spcBef>
                <a:spcPts val="2400"/>
              </a:spcBef>
              <a:buNone/>
            </a:pPr>
            <a:r>
              <a:rPr lang="hu-HU" sz="2800" b="0" noProof="1">
                <a:solidFill>
                  <a:srgbClr val="785005"/>
                </a:solidFill>
              </a:rPr>
              <a:t>Framework</a:t>
            </a:r>
          </a:p>
          <a:p>
            <a:pPr marL="0" indent="0">
              <a:spcBef>
                <a:spcPts val="2400"/>
              </a:spcBef>
              <a:buNone/>
            </a:pPr>
            <a:r>
              <a:rPr lang="hu-HU" sz="2800" b="0" noProof="1">
                <a:solidFill>
                  <a:srgbClr val="785005"/>
                </a:solidFill>
              </a:rPr>
              <a:t>Teamwork</a:t>
            </a:r>
          </a:p>
          <a:p>
            <a:pPr marL="0" indent="0">
              <a:spcBef>
                <a:spcPts val="2400"/>
              </a:spcBef>
              <a:buNone/>
            </a:pPr>
            <a:r>
              <a:rPr lang="hu-HU" sz="2800" b="0" noProof="1">
                <a:solidFill>
                  <a:srgbClr val="785005"/>
                </a:solidFill>
              </a:rPr>
              <a:t>Deadline</a:t>
            </a:r>
            <a:endParaRPr lang="en-US" sz="2800" b="0" noProof="1">
              <a:solidFill>
                <a:srgbClr val="785005"/>
              </a:solidFill>
            </a:endParaRPr>
          </a:p>
        </p:txBody>
      </p:sp>
      <p:sp>
        <p:nvSpPr>
          <p:cNvPr id="4" name="Footer Placeholder 3">
            <a:extLst>
              <a:ext uri="{FF2B5EF4-FFF2-40B4-BE49-F238E27FC236}">
                <a16:creationId xmlns:a16="http://schemas.microsoft.com/office/drawing/2014/main" id="{457495CD-173D-E800-3462-9127A2B847DE}"/>
              </a:ext>
            </a:extLst>
          </p:cNvPr>
          <p:cNvSpPr>
            <a:spLocks noGrp="1"/>
          </p:cNvSpPr>
          <p:nvPr>
            <p:ph type="ftr" sz="quarter" idx="22"/>
          </p:nvPr>
        </p:nvSpPr>
        <p:spPr/>
        <p:txBody>
          <a:bodyPr/>
          <a:lstStyle/>
          <a:p>
            <a:r>
              <a:rPr lang="en-US" noProof="1"/>
              <a:t>Aranyhaj</a:t>
            </a:r>
          </a:p>
        </p:txBody>
      </p:sp>
      <p:sp>
        <p:nvSpPr>
          <p:cNvPr id="5" name="Slide Number Placeholder 4">
            <a:extLst>
              <a:ext uri="{FF2B5EF4-FFF2-40B4-BE49-F238E27FC236}">
                <a16:creationId xmlns:a16="http://schemas.microsoft.com/office/drawing/2014/main" id="{7BE1C668-D40E-B8B6-00BD-127488F19D75}"/>
              </a:ext>
            </a:extLst>
          </p:cNvPr>
          <p:cNvSpPr>
            <a:spLocks noGrp="1"/>
          </p:cNvSpPr>
          <p:nvPr>
            <p:ph type="sldNum" sz="quarter" idx="23"/>
          </p:nvPr>
        </p:nvSpPr>
        <p:spPr/>
        <p:txBody>
          <a:bodyPr/>
          <a:lstStyle/>
          <a:p>
            <a:fld id="{295C7AAE-A677-454A-8BDB-62A0650ACE98}" type="slidenum">
              <a:rPr lang="en-US" noProof="1" smtClean="0"/>
              <a:pPr/>
              <a:t>6</a:t>
            </a:fld>
            <a:endParaRPr lang="en-US" noProof="1"/>
          </a:p>
        </p:txBody>
      </p:sp>
      <p:pic>
        <p:nvPicPr>
          <p:cNvPr id="9" name="Kép helye 8">
            <a:extLst>
              <a:ext uri="{FF2B5EF4-FFF2-40B4-BE49-F238E27FC236}">
                <a16:creationId xmlns:a16="http://schemas.microsoft.com/office/drawing/2014/main" id="{34BFB75E-847C-2876-7FC8-261198BC7DC0}"/>
              </a:ext>
            </a:extLst>
          </p:cNvPr>
          <p:cNvPicPr>
            <a:picLocks noGrp="1" noChangeAspect="1"/>
          </p:cNvPicPr>
          <p:nvPr>
            <p:ph type="pic" sz="quarter" idx="10"/>
          </p:nvPr>
        </p:nvPicPr>
        <p:blipFill>
          <a:blip r:embed="rId4"/>
          <a:srcRect l="10229" r="10229"/>
          <a:stretch>
            <a:fillRect/>
          </a:stretch>
        </p:blipFill>
        <p:spPr/>
      </p:pic>
    </p:spTree>
    <p:extLst>
      <p:ext uri="{BB962C8B-B14F-4D97-AF65-F5344CB8AC3E}">
        <p14:creationId xmlns:p14="http://schemas.microsoft.com/office/powerpoint/2010/main" val="207889978"/>
      </p:ext>
    </p:extLst>
  </p:cSld>
  <p:clrMapOvr>
    <a:masterClrMapping/>
  </p:clrMapOvr>
  <p:transition spd="slow">
    <p:wipe/>
  </p:transition>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A6C34F-2EE2-C4C8-E4D3-A2F7AF7D3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330B6-44C2-6FDD-D297-D53D2EED5978}"/>
              </a:ext>
            </a:extLst>
          </p:cNvPr>
          <p:cNvSpPr>
            <a:spLocks noGrp="1"/>
          </p:cNvSpPr>
          <p:nvPr>
            <p:ph type="title"/>
          </p:nvPr>
        </p:nvSpPr>
        <p:spPr/>
        <p:txBody>
          <a:bodyPr/>
          <a:lstStyle/>
          <a:p>
            <a:r>
              <a:rPr lang="en-US" noProof="1">
                <a:solidFill>
                  <a:srgbClr val="4E3608"/>
                </a:solidFill>
              </a:rPr>
              <a:t>EXECUTION</a:t>
            </a:r>
          </a:p>
        </p:txBody>
      </p:sp>
      <p:sp>
        <p:nvSpPr>
          <p:cNvPr id="20" name="Text Placeholder 19">
            <a:extLst>
              <a:ext uri="{FF2B5EF4-FFF2-40B4-BE49-F238E27FC236}">
                <a16:creationId xmlns:a16="http://schemas.microsoft.com/office/drawing/2014/main" id="{E2284E16-F83D-68C9-8506-510A618AB74A}"/>
              </a:ext>
            </a:extLst>
          </p:cNvPr>
          <p:cNvSpPr>
            <a:spLocks noGrp="1"/>
          </p:cNvSpPr>
          <p:nvPr>
            <p:ph type="body" sz="quarter" idx="26"/>
          </p:nvPr>
        </p:nvSpPr>
        <p:spPr/>
        <p:txBody>
          <a:bodyPr/>
          <a:lstStyle/>
          <a:p>
            <a:r>
              <a:rPr lang="en-US" noProof="1">
                <a:solidFill>
                  <a:srgbClr val="785005">
                    <a:alpha val="10000"/>
                  </a:srgbClr>
                </a:solidFill>
              </a:rPr>
              <a:t>1</a:t>
            </a:r>
          </a:p>
        </p:txBody>
      </p:sp>
      <p:sp>
        <p:nvSpPr>
          <p:cNvPr id="5" name="Text Placeholder 4">
            <a:extLst>
              <a:ext uri="{FF2B5EF4-FFF2-40B4-BE49-F238E27FC236}">
                <a16:creationId xmlns:a16="http://schemas.microsoft.com/office/drawing/2014/main" id="{A00F4D33-1312-A4E2-D061-C22DB4CCF7B9}"/>
              </a:ext>
            </a:extLst>
          </p:cNvPr>
          <p:cNvSpPr>
            <a:spLocks noGrp="1"/>
          </p:cNvSpPr>
          <p:nvPr>
            <p:ph type="body" sz="quarter" idx="15"/>
          </p:nvPr>
        </p:nvSpPr>
        <p:spPr>
          <a:xfrm>
            <a:off x="1568624" y="3244684"/>
            <a:ext cx="1743062" cy="2503346"/>
          </a:xfrm>
        </p:spPr>
        <p:txBody>
          <a:bodyPr/>
          <a:lstStyle/>
          <a:p>
            <a:pPr>
              <a:spcBef>
                <a:spcPts val="1200"/>
              </a:spcBef>
            </a:pPr>
            <a:r>
              <a:rPr lang="hu-HU" sz="3200" noProof="1">
                <a:solidFill>
                  <a:srgbClr val="785005"/>
                </a:solidFill>
              </a:rPr>
              <a:t>Zoé Part</a:t>
            </a:r>
            <a:endParaRPr lang="en-US" sz="3200" noProof="1">
              <a:solidFill>
                <a:srgbClr val="785005"/>
              </a:solidFill>
            </a:endParaRPr>
          </a:p>
        </p:txBody>
      </p:sp>
      <p:sp>
        <p:nvSpPr>
          <p:cNvPr id="21" name="Text Placeholder 20">
            <a:extLst>
              <a:ext uri="{FF2B5EF4-FFF2-40B4-BE49-F238E27FC236}">
                <a16:creationId xmlns:a16="http://schemas.microsoft.com/office/drawing/2014/main" id="{09A26B24-D4A4-88B0-EFF3-F29D6A7D8B15}"/>
              </a:ext>
            </a:extLst>
          </p:cNvPr>
          <p:cNvSpPr>
            <a:spLocks noGrp="1"/>
          </p:cNvSpPr>
          <p:nvPr>
            <p:ph type="body" sz="quarter" idx="27"/>
          </p:nvPr>
        </p:nvSpPr>
        <p:spPr/>
        <p:txBody>
          <a:bodyPr/>
          <a:lstStyle/>
          <a:p>
            <a:r>
              <a:rPr lang="en-US" noProof="1">
                <a:solidFill>
                  <a:srgbClr val="785005">
                    <a:alpha val="10000"/>
                  </a:srgbClr>
                </a:solidFill>
              </a:rPr>
              <a:t>2</a:t>
            </a:r>
          </a:p>
        </p:txBody>
      </p:sp>
      <p:sp>
        <p:nvSpPr>
          <p:cNvPr id="6" name="Text Placeholder 5">
            <a:extLst>
              <a:ext uri="{FF2B5EF4-FFF2-40B4-BE49-F238E27FC236}">
                <a16:creationId xmlns:a16="http://schemas.microsoft.com/office/drawing/2014/main" id="{E33E86F7-8BF7-01A0-F349-5078D8B1C4F5}"/>
              </a:ext>
            </a:extLst>
          </p:cNvPr>
          <p:cNvSpPr>
            <a:spLocks noGrp="1"/>
          </p:cNvSpPr>
          <p:nvPr>
            <p:ph type="body" sz="quarter" idx="24"/>
          </p:nvPr>
        </p:nvSpPr>
        <p:spPr>
          <a:xfrm>
            <a:off x="5893242" y="3244684"/>
            <a:ext cx="1828481" cy="2503346"/>
          </a:xfrm>
        </p:spPr>
        <p:txBody>
          <a:bodyPr/>
          <a:lstStyle/>
          <a:p>
            <a:pPr>
              <a:spcBef>
                <a:spcPts val="0"/>
              </a:spcBef>
            </a:pPr>
            <a:r>
              <a:rPr lang="hu-HU" sz="3200" noProof="1">
                <a:solidFill>
                  <a:srgbClr val="785005"/>
                </a:solidFill>
              </a:rPr>
              <a:t>Maritin Part</a:t>
            </a:r>
            <a:endParaRPr lang="en-US" sz="3200" noProof="1">
              <a:solidFill>
                <a:srgbClr val="785005"/>
              </a:solidFill>
            </a:endParaRPr>
          </a:p>
        </p:txBody>
      </p:sp>
      <p:sp>
        <p:nvSpPr>
          <p:cNvPr id="22" name="Text Placeholder 21">
            <a:extLst>
              <a:ext uri="{FF2B5EF4-FFF2-40B4-BE49-F238E27FC236}">
                <a16:creationId xmlns:a16="http://schemas.microsoft.com/office/drawing/2014/main" id="{6D919EAA-5279-5584-CF36-57AE7282F736}"/>
              </a:ext>
            </a:extLst>
          </p:cNvPr>
          <p:cNvSpPr>
            <a:spLocks noGrp="1"/>
          </p:cNvSpPr>
          <p:nvPr>
            <p:ph type="body" sz="quarter" idx="28"/>
          </p:nvPr>
        </p:nvSpPr>
        <p:spPr/>
        <p:txBody>
          <a:bodyPr/>
          <a:lstStyle/>
          <a:p>
            <a:r>
              <a:rPr lang="en-US" noProof="1">
                <a:solidFill>
                  <a:srgbClr val="785005">
                    <a:alpha val="10000"/>
                  </a:srgbClr>
                </a:solidFill>
              </a:rPr>
              <a:t>3</a:t>
            </a:r>
          </a:p>
        </p:txBody>
      </p:sp>
      <p:sp>
        <p:nvSpPr>
          <p:cNvPr id="7" name="Text Placeholder 6">
            <a:extLst>
              <a:ext uri="{FF2B5EF4-FFF2-40B4-BE49-F238E27FC236}">
                <a16:creationId xmlns:a16="http://schemas.microsoft.com/office/drawing/2014/main" id="{521B96FF-CE7B-DD93-A7AA-3E7A9E86BDD4}"/>
              </a:ext>
            </a:extLst>
          </p:cNvPr>
          <p:cNvSpPr>
            <a:spLocks noGrp="1"/>
          </p:cNvSpPr>
          <p:nvPr>
            <p:ph type="body" sz="quarter" idx="25"/>
          </p:nvPr>
        </p:nvSpPr>
        <p:spPr>
          <a:xfrm>
            <a:off x="9805633" y="3244684"/>
            <a:ext cx="2716023" cy="2503346"/>
          </a:xfrm>
        </p:spPr>
        <p:txBody>
          <a:bodyPr/>
          <a:lstStyle/>
          <a:p>
            <a:pPr>
              <a:spcBef>
                <a:spcPts val="1200"/>
              </a:spcBef>
            </a:pPr>
            <a:r>
              <a:rPr lang="en-US" sz="3200" noProof="1">
                <a:solidFill>
                  <a:srgbClr val="785005"/>
                </a:solidFill>
              </a:rPr>
              <a:t>Deployment Process</a:t>
            </a:r>
          </a:p>
        </p:txBody>
      </p:sp>
      <p:sp>
        <p:nvSpPr>
          <p:cNvPr id="3" name="Footer Placeholder 2">
            <a:extLst>
              <a:ext uri="{FF2B5EF4-FFF2-40B4-BE49-F238E27FC236}">
                <a16:creationId xmlns:a16="http://schemas.microsoft.com/office/drawing/2014/main" id="{BC90123F-D040-0F4F-A37D-54F70EDB64EE}"/>
              </a:ext>
            </a:extLst>
          </p:cNvPr>
          <p:cNvSpPr>
            <a:spLocks noGrp="1"/>
          </p:cNvSpPr>
          <p:nvPr>
            <p:ph type="ftr" sz="quarter" idx="22"/>
          </p:nvPr>
        </p:nvSpPr>
        <p:spPr/>
        <p:txBody>
          <a:bodyPr/>
          <a:lstStyle/>
          <a:p>
            <a:r>
              <a:rPr lang="en-US" noProof="1"/>
              <a:t>Aranyhaj</a:t>
            </a:r>
          </a:p>
        </p:txBody>
      </p:sp>
      <p:sp>
        <p:nvSpPr>
          <p:cNvPr id="4" name="Slide Number Placeholder 3">
            <a:extLst>
              <a:ext uri="{FF2B5EF4-FFF2-40B4-BE49-F238E27FC236}">
                <a16:creationId xmlns:a16="http://schemas.microsoft.com/office/drawing/2014/main" id="{AD26EB81-B332-8C4F-F14C-633D010B5E92}"/>
              </a:ext>
            </a:extLst>
          </p:cNvPr>
          <p:cNvSpPr>
            <a:spLocks noGrp="1"/>
          </p:cNvSpPr>
          <p:nvPr>
            <p:ph type="sldNum" sz="quarter" idx="23"/>
          </p:nvPr>
        </p:nvSpPr>
        <p:spPr/>
        <p:txBody>
          <a:bodyPr/>
          <a:lstStyle/>
          <a:p>
            <a:fld id="{295C7AAE-A677-454A-8BDB-62A0650ACE98}" type="slidenum">
              <a:rPr lang="en-US" noProof="1" smtClean="0"/>
              <a:pPr/>
              <a:t>7</a:t>
            </a:fld>
            <a:endParaRPr lang="en-US" noProof="1"/>
          </a:p>
        </p:txBody>
      </p:sp>
    </p:spTree>
    <p:extLst>
      <p:ext uri="{BB962C8B-B14F-4D97-AF65-F5344CB8AC3E}">
        <p14:creationId xmlns:p14="http://schemas.microsoft.com/office/powerpoint/2010/main" val="11962140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9978B-591A-621A-E01B-F28797228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11CC6-C2EA-8543-E2E7-0DDAA98C1743}"/>
              </a:ext>
            </a:extLst>
          </p:cNvPr>
          <p:cNvSpPr>
            <a:spLocks noGrp="1"/>
          </p:cNvSpPr>
          <p:nvPr>
            <p:ph type="title"/>
          </p:nvPr>
        </p:nvSpPr>
        <p:spPr>
          <a:xfrm>
            <a:off x="638460" y="318921"/>
            <a:ext cx="10915076" cy="1192137"/>
          </a:xfrm>
        </p:spPr>
        <p:txBody>
          <a:bodyPr/>
          <a:lstStyle/>
          <a:p>
            <a:r>
              <a:rPr lang="en-US" noProof="1">
                <a:solidFill>
                  <a:srgbClr val="4E3608"/>
                </a:solidFill>
              </a:rPr>
              <a:t>work distribution</a:t>
            </a:r>
          </a:p>
        </p:txBody>
      </p:sp>
      <p:sp>
        <p:nvSpPr>
          <p:cNvPr id="7" name="Text Placeholder 6">
            <a:extLst>
              <a:ext uri="{FF2B5EF4-FFF2-40B4-BE49-F238E27FC236}">
                <a16:creationId xmlns:a16="http://schemas.microsoft.com/office/drawing/2014/main" id="{70112683-6EB5-95D8-0A17-E0F0582717F1}"/>
              </a:ext>
            </a:extLst>
          </p:cNvPr>
          <p:cNvSpPr>
            <a:spLocks noGrp="1"/>
          </p:cNvSpPr>
          <p:nvPr>
            <p:ph type="body" sz="quarter" idx="24"/>
          </p:nvPr>
        </p:nvSpPr>
        <p:spPr>
          <a:xfrm>
            <a:off x="2480568" y="1651822"/>
            <a:ext cx="7374569" cy="737418"/>
          </a:xfrm>
          <a:solidFill>
            <a:srgbClr val="F2CD64"/>
          </a:solidFill>
          <a:ln>
            <a:solidFill>
              <a:srgbClr val="785005"/>
            </a:solidFill>
          </a:ln>
        </p:spPr>
        <p:txBody>
          <a:bodyPr/>
          <a:lstStyle/>
          <a:p>
            <a:r>
              <a:rPr lang="en-US" sz="3200" noProof="1">
                <a:solidFill>
                  <a:srgbClr val="4E3608"/>
                </a:solidFill>
              </a:rPr>
              <a:t>Zoé Frontend</a:t>
            </a:r>
          </a:p>
        </p:txBody>
      </p:sp>
      <p:sp>
        <p:nvSpPr>
          <p:cNvPr id="3" name="Text Placeholder 2">
            <a:extLst>
              <a:ext uri="{FF2B5EF4-FFF2-40B4-BE49-F238E27FC236}">
                <a16:creationId xmlns:a16="http://schemas.microsoft.com/office/drawing/2014/main" id="{6056CDBB-99A2-2830-C5A2-1DE01CDC90B6}"/>
              </a:ext>
            </a:extLst>
          </p:cNvPr>
          <p:cNvSpPr>
            <a:spLocks noGrp="1"/>
          </p:cNvSpPr>
          <p:nvPr>
            <p:ph type="body" sz="quarter" idx="13"/>
          </p:nvPr>
        </p:nvSpPr>
        <p:spPr>
          <a:xfrm>
            <a:off x="2480568" y="2391887"/>
            <a:ext cx="2362384" cy="647417"/>
          </a:xfrm>
          <a:solidFill>
            <a:srgbClr val="F9E7B5"/>
          </a:solidFill>
          <a:ln>
            <a:solidFill>
              <a:srgbClr val="785005"/>
            </a:solidFill>
          </a:ln>
        </p:spPr>
        <p:txBody>
          <a:bodyPr/>
          <a:lstStyle/>
          <a:p>
            <a:r>
              <a:rPr lang="en-US" sz="2000" noProof="1">
                <a:solidFill>
                  <a:srgbClr val="4E3608"/>
                </a:solidFill>
              </a:rPr>
              <a:t>Pages &amp; design</a:t>
            </a:r>
          </a:p>
        </p:txBody>
      </p:sp>
      <p:sp>
        <p:nvSpPr>
          <p:cNvPr id="8" name="Text Placeholder 7">
            <a:extLst>
              <a:ext uri="{FF2B5EF4-FFF2-40B4-BE49-F238E27FC236}">
                <a16:creationId xmlns:a16="http://schemas.microsoft.com/office/drawing/2014/main" id="{FAC673AA-C36F-3BB8-3BA1-99E68EB8DAC4}"/>
              </a:ext>
            </a:extLst>
          </p:cNvPr>
          <p:cNvSpPr>
            <a:spLocks noGrp="1"/>
          </p:cNvSpPr>
          <p:nvPr>
            <p:ph type="body" sz="quarter" idx="25"/>
          </p:nvPr>
        </p:nvSpPr>
        <p:spPr>
          <a:xfrm>
            <a:off x="4842953" y="2391887"/>
            <a:ext cx="2506093" cy="637585"/>
          </a:xfrm>
          <a:solidFill>
            <a:srgbClr val="F9E7B5"/>
          </a:solidFill>
          <a:ln>
            <a:solidFill>
              <a:srgbClr val="785005"/>
            </a:solidFill>
          </a:ln>
        </p:spPr>
        <p:txBody>
          <a:bodyPr/>
          <a:lstStyle/>
          <a:p>
            <a:r>
              <a:rPr lang="en-US" sz="2000" noProof="1">
                <a:solidFill>
                  <a:srgbClr val="4E3608"/>
                </a:solidFill>
              </a:rPr>
              <a:t>Database</a:t>
            </a:r>
          </a:p>
        </p:txBody>
      </p:sp>
      <p:sp>
        <p:nvSpPr>
          <p:cNvPr id="9" name="Text Placeholder 8">
            <a:extLst>
              <a:ext uri="{FF2B5EF4-FFF2-40B4-BE49-F238E27FC236}">
                <a16:creationId xmlns:a16="http://schemas.microsoft.com/office/drawing/2014/main" id="{968D3820-EE2D-F0B2-DB28-FA806D12C2BF}"/>
              </a:ext>
            </a:extLst>
          </p:cNvPr>
          <p:cNvSpPr>
            <a:spLocks noGrp="1"/>
          </p:cNvSpPr>
          <p:nvPr>
            <p:ph type="body" sz="quarter" idx="26"/>
          </p:nvPr>
        </p:nvSpPr>
        <p:spPr>
          <a:xfrm>
            <a:off x="7349046" y="2393402"/>
            <a:ext cx="2506092" cy="647417"/>
          </a:xfrm>
          <a:solidFill>
            <a:srgbClr val="F9E7B5"/>
          </a:solidFill>
          <a:ln>
            <a:solidFill>
              <a:srgbClr val="785005"/>
            </a:solidFill>
          </a:ln>
        </p:spPr>
        <p:txBody>
          <a:bodyPr/>
          <a:lstStyle/>
          <a:p>
            <a:r>
              <a:rPr lang="en-US" sz="2000" noProof="1">
                <a:solidFill>
                  <a:srgbClr val="4E3608"/>
                </a:solidFill>
              </a:rPr>
              <a:t>Features</a:t>
            </a:r>
          </a:p>
        </p:txBody>
      </p:sp>
      <p:sp>
        <p:nvSpPr>
          <p:cNvPr id="4" name="Text Placeholder 3">
            <a:extLst>
              <a:ext uri="{FF2B5EF4-FFF2-40B4-BE49-F238E27FC236}">
                <a16:creationId xmlns:a16="http://schemas.microsoft.com/office/drawing/2014/main" id="{3F9E8295-9814-4A90-8C89-2C1A8A486FE3}"/>
              </a:ext>
            </a:extLst>
          </p:cNvPr>
          <p:cNvSpPr>
            <a:spLocks noGrp="1"/>
          </p:cNvSpPr>
          <p:nvPr>
            <p:ph type="body" sz="quarter" idx="36"/>
          </p:nvPr>
        </p:nvSpPr>
        <p:spPr>
          <a:xfrm>
            <a:off x="2480569" y="3032119"/>
            <a:ext cx="2362384" cy="3049511"/>
          </a:xfrm>
          <a:ln>
            <a:solidFill>
              <a:srgbClr val="785005"/>
            </a:solidFill>
          </a:ln>
        </p:spPr>
        <p:txBody>
          <a:bodyPr/>
          <a:lstStyle/>
          <a:p>
            <a:pPr marL="0" indent="0">
              <a:spcBef>
                <a:spcPts val="0"/>
              </a:spcBef>
              <a:buNone/>
            </a:pPr>
            <a:r>
              <a:rPr lang="en-US" sz="2000" noProof="1">
                <a:solidFill>
                  <a:srgbClr val="785005"/>
                </a:solidFill>
              </a:rPr>
              <a:t>Interface Design</a:t>
            </a:r>
          </a:p>
          <a:p>
            <a:pPr marL="0" indent="0">
              <a:spcBef>
                <a:spcPts val="0"/>
              </a:spcBef>
              <a:buNone/>
            </a:pPr>
            <a:r>
              <a:rPr lang="en-US" sz="2000" noProof="1">
                <a:solidFill>
                  <a:srgbClr val="785005"/>
                </a:solidFill>
              </a:rPr>
              <a:t>Create custom styles and animations</a:t>
            </a:r>
          </a:p>
        </p:txBody>
      </p:sp>
      <p:sp>
        <p:nvSpPr>
          <p:cNvPr id="10" name="Text Placeholder 9">
            <a:extLst>
              <a:ext uri="{FF2B5EF4-FFF2-40B4-BE49-F238E27FC236}">
                <a16:creationId xmlns:a16="http://schemas.microsoft.com/office/drawing/2014/main" id="{C8247693-DD04-33F4-22AC-F58ED286CA78}"/>
              </a:ext>
            </a:extLst>
          </p:cNvPr>
          <p:cNvSpPr>
            <a:spLocks noGrp="1"/>
          </p:cNvSpPr>
          <p:nvPr>
            <p:ph type="body" sz="quarter" idx="37"/>
          </p:nvPr>
        </p:nvSpPr>
        <p:spPr>
          <a:xfrm>
            <a:off x="4842954" y="3040818"/>
            <a:ext cx="2506092" cy="3035515"/>
          </a:xfrm>
          <a:ln>
            <a:solidFill>
              <a:srgbClr val="785005"/>
            </a:solidFill>
          </a:ln>
        </p:spPr>
        <p:txBody>
          <a:bodyPr/>
          <a:lstStyle/>
          <a:p>
            <a:pPr marL="0" indent="0">
              <a:buNone/>
            </a:pPr>
            <a:r>
              <a:rPr lang="en-US" sz="2000" noProof="1">
                <a:solidFill>
                  <a:srgbClr val="785005"/>
                </a:solidFill>
              </a:rPr>
              <a:t>Creating and Maintaining Database Tables</a:t>
            </a:r>
          </a:p>
          <a:p>
            <a:pPr marL="0" indent="0">
              <a:buNone/>
            </a:pPr>
            <a:r>
              <a:rPr lang="en-US" sz="2000" noProof="1">
                <a:solidFill>
                  <a:srgbClr val="785005"/>
                </a:solidFill>
              </a:rPr>
              <a:t>Using Laravel Migrations for Version Control</a:t>
            </a:r>
          </a:p>
        </p:txBody>
      </p:sp>
      <p:sp>
        <p:nvSpPr>
          <p:cNvPr id="11" name="Text Placeholder 10">
            <a:extLst>
              <a:ext uri="{FF2B5EF4-FFF2-40B4-BE49-F238E27FC236}">
                <a16:creationId xmlns:a16="http://schemas.microsoft.com/office/drawing/2014/main" id="{D3F43844-ECAE-A6A1-2F84-C3EC11A2F498}"/>
              </a:ext>
            </a:extLst>
          </p:cNvPr>
          <p:cNvSpPr>
            <a:spLocks noGrp="1"/>
          </p:cNvSpPr>
          <p:nvPr>
            <p:ph type="body" sz="quarter" idx="38"/>
          </p:nvPr>
        </p:nvSpPr>
        <p:spPr>
          <a:xfrm>
            <a:off x="7349046" y="3026825"/>
            <a:ext cx="2506092" cy="3047997"/>
          </a:xfrm>
          <a:ln>
            <a:solidFill>
              <a:srgbClr val="785005"/>
            </a:solidFill>
          </a:ln>
        </p:spPr>
        <p:txBody>
          <a:bodyPr/>
          <a:lstStyle/>
          <a:p>
            <a:pPr marL="0" indent="0">
              <a:buNone/>
            </a:pPr>
            <a:r>
              <a:rPr lang="en-US" sz="2000" noProof="1">
                <a:solidFill>
                  <a:srgbClr val="785005"/>
                </a:solidFill>
              </a:rPr>
              <a:t>Writing scripts necessary for the operation and design of the site</a:t>
            </a:r>
          </a:p>
        </p:txBody>
      </p:sp>
      <p:sp>
        <p:nvSpPr>
          <p:cNvPr id="5" name="Footer Placeholder 4">
            <a:extLst>
              <a:ext uri="{FF2B5EF4-FFF2-40B4-BE49-F238E27FC236}">
                <a16:creationId xmlns:a16="http://schemas.microsoft.com/office/drawing/2014/main" id="{0D2F5A3D-1234-F76E-8015-8181ED4777D9}"/>
              </a:ext>
            </a:extLst>
          </p:cNvPr>
          <p:cNvSpPr>
            <a:spLocks noGrp="1"/>
          </p:cNvSpPr>
          <p:nvPr>
            <p:ph type="ftr" sz="quarter" idx="22"/>
          </p:nvPr>
        </p:nvSpPr>
        <p:spPr/>
        <p:txBody>
          <a:bodyPr/>
          <a:lstStyle/>
          <a:p>
            <a:r>
              <a:rPr lang="en-US" noProof="1"/>
              <a:t>Aranyhaj</a:t>
            </a:r>
          </a:p>
        </p:txBody>
      </p:sp>
      <p:sp>
        <p:nvSpPr>
          <p:cNvPr id="6" name="Slide Number Placeholder 5">
            <a:extLst>
              <a:ext uri="{FF2B5EF4-FFF2-40B4-BE49-F238E27FC236}">
                <a16:creationId xmlns:a16="http://schemas.microsoft.com/office/drawing/2014/main" id="{B756C4F0-0F40-D191-C5CC-D5A69CEBA88A}"/>
              </a:ext>
            </a:extLst>
          </p:cNvPr>
          <p:cNvSpPr>
            <a:spLocks noGrp="1"/>
          </p:cNvSpPr>
          <p:nvPr>
            <p:ph type="sldNum" sz="quarter" idx="23"/>
          </p:nvPr>
        </p:nvSpPr>
        <p:spPr/>
        <p:txBody>
          <a:bodyPr/>
          <a:lstStyle/>
          <a:p>
            <a:fld id="{295C7AAE-A677-454A-8BDB-62A0650ACE98}" type="slidenum">
              <a:rPr lang="en-US" noProof="1" smtClean="0"/>
              <a:pPr/>
              <a:t>8</a:t>
            </a:fld>
            <a:endParaRPr lang="en-US" noProof="1"/>
          </a:p>
        </p:txBody>
      </p:sp>
    </p:spTree>
    <p:extLst>
      <p:ext uri="{BB962C8B-B14F-4D97-AF65-F5344CB8AC3E}">
        <p14:creationId xmlns:p14="http://schemas.microsoft.com/office/powerpoint/2010/main" val="3898990823"/>
      </p:ext>
    </p:extLst>
  </p:cSld>
  <p:clrMapOvr>
    <a:masterClrMapping/>
  </p:clrMapOvr>
  <p:transition spd="slow">
    <p:wipe/>
  </p:transition>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1EA26-7050-0BDF-3C3D-75ABCB5B6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1FD3A-26D7-A33E-FF46-74979993DC8E}"/>
              </a:ext>
            </a:extLst>
          </p:cNvPr>
          <p:cNvSpPr>
            <a:spLocks noGrp="1"/>
          </p:cNvSpPr>
          <p:nvPr>
            <p:ph type="title"/>
          </p:nvPr>
        </p:nvSpPr>
        <p:spPr>
          <a:xfrm>
            <a:off x="638460" y="318921"/>
            <a:ext cx="10915076" cy="1192137"/>
          </a:xfrm>
        </p:spPr>
        <p:txBody>
          <a:bodyPr/>
          <a:lstStyle/>
          <a:p>
            <a:r>
              <a:rPr lang="en-US" noProof="1">
                <a:solidFill>
                  <a:srgbClr val="4E3608"/>
                </a:solidFill>
              </a:rPr>
              <a:t>work distribution</a:t>
            </a:r>
          </a:p>
        </p:txBody>
      </p:sp>
      <p:sp>
        <p:nvSpPr>
          <p:cNvPr id="7" name="Text Placeholder 6">
            <a:extLst>
              <a:ext uri="{FF2B5EF4-FFF2-40B4-BE49-F238E27FC236}">
                <a16:creationId xmlns:a16="http://schemas.microsoft.com/office/drawing/2014/main" id="{AB720844-7C95-C968-B2CA-8FAE3EA838DA}"/>
              </a:ext>
            </a:extLst>
          </p:cNvPr>
          <p:cNvSpPr>
            <a:spLocks noGrp="1"/>
          </p:cNvSpPr>
          <p:nvPr>
            <p:ph type="body" sz="quarter" idx="24"/>
          </p:nvPr>
        </p:nvSpPr>
        <p:spPr>
          <a:xfrm>
            <a:off x="2480568" y="1651822"/>
            <a:ext cx="7374569" cy="737418"/>
          </a:xfrm>
          <a:solidFill>
            <a:srgbClr val="F2CD64"/>
          </a:solidFill>
          <a:ln>
            <a:solidFill>
              <a:srgbClr val="785005"/>
            </a:solidFill>
          </a:ln>
        </p:spPr>
        <p:txBody>
          <a:bodyPr/>
          <a:lstStyle/>
          <a:p>
            <a:r>
              <a:rPr lang="hu-HU" sz="2800" noProof="1">
                <a:solidFill>
                  <a:srgbClr val="4E3608"/>
                </a:solidFill>
              </a:rPr>
              <a:t>Martin</a:t>
            </a:r>
            <a:r>
              <a:rPr lang="en-US" sz="2800" noProof="1">
                <a:solidFill>
                  <a:srgbClr val="4E3608"/>
                </a:solidFill>
              </a:rPr>
              <a:t> </a:t>
            </a:r>
            <a:r>
              <a:rPr lang="hu-HU" sz="2800" noProof="1">
                <a:solidFill>
                  <a:srgbClr val="4E3608"/>
                </a:solidFill>
              </a:rPr>
              <a:t>BACKEND</a:t>
            </a:r>
            <a:endParaRPr lang="en-US" sz="2800" noProof="1">
              <a:solidFill>
                <a:srgbClr val="4E3608"/>
              </a:solidFill>
            </a:endParaRPr>
          </a:p>
        </p:txBody>
      </p:sp>
      <p:sp>
        <p:nvSpPr>
          <p:cNvPr id="3" name="Text Placeholder 2">
            <a:extLst>
              <a:ext uri="{FF2B5EF4-FFF2-40B4-BE49-F238E27FC236}">
                <a16:creationId xmlns:a16="http://schemas.microsoft.com/office/drawing/2014/main" id="{0B388DB5-C944-B43C-9712-B03F255D8970}"/>
              </a:ext>
            </a:extLst>
          </p:cNvPr>
          <p:cNvSpPr>
            <a:spLocks noGrp="1"/>
          </p:cNvSpPr>
          <p:nvPr>
            <p:ph type="body" sz="quarter" idx="13"/>
          </p:nvPr>
        </p:nvSpPr>
        <p:spPr>
          <a:xfrm>
            <a:off x="2480568" y="2391887"/>
            <a:ext cx="2362384" cy="647417"/>
          </a:xfrm>
          <a:solidFill>
            <a:srgbClr val="F9E7B5"/>
          </a:solidFill>
          <a:ln>
            <a:solidFill>
              <a:srgbClr val="785005"/>
            </a:solidFill>
          </a:ln>
        </p:spPr>
        <p:txBody>
          <a:bodyPr/>
          <a:lstStyle/>
          <a:p>
            <a:r>
              <a:rPr lang="en-US" sz="2000" noProof="1">
                <a:solidFill>
                  <a:srgbClr val="4E3608"/>
                </a:solidFill>
              </a:rPr>
              <a:t>Admin interface</a:t>
            </a:r>
          </a:p>
        </p:txBody>
      </p:sp>
      <p:sp>
        <p:nvSpPr>
          <p:cNvPr id="8" name="Text Placeholder 7">
            <a:extLst>
              <a:ext uri="{FF2B5EF4-FFF2-40B4-BE49-F238E27FC236}">
                <a16:creationId xmlns:a16="http://schemas.microsoft.com/office/drawing/2014/main" id="{0457F784-16FD-E926-AFE4-D6DB9F97FCD5}"/>
              </a:ext>
            </a:extLst>
          </p:cNvPr>
          <p:cNvSpPr>
            <a:spLocks noGrp="1"/>
          </p:cNvSpPr>
          <p:nvPr>
            <p:ph type="body" sz="quarter" idx="25"/>
          </p:nvPr>
        </p:nvSpPr>
        <p:spPr>
          <a:xfrm>
            <a:off x="4842953" y="2391887"/>
            <a:ext cx="2506093" cy="634937"/>
          </a:xfrm>
          <a:solidFill>
            <a:srgbClr val="F9E7B5"/>
          </a:solidFill>
          <a:ln>
            <a:solidFill>
              <a:srgbClr val="785005"/>
            </a:solidFill>
          </a:ln>
        </p:spPr>
        <p:txBody>
          <a:bodyPr/>
          <a:lstStyle/>
          <a:p>
            <a:r>
              <a:rPr lang="en-US" sz="2000" noProof="1">
                <a:solidFill>
                  <a:srgbClr val="4E3608"/>
                </a:solidFill>
              </a:rPr>
              <a:t>Components</a:t>
            </a:r>
          </a:p>
        </p:txBody>
      </p:sp>
      <p:sp>
        <p:nvSpPr>
          <p:cNvPr id="9" name="Text Placeholder 8">
            <a:extLst>
              <a:ext uri="{FF2B5EF4-FFF2-40B4-BE49-F238E27FC236}">
                <a16:creationId xmlns:a16="http://schemas.microsoft.com/office/drawing/2014/main" id="{52B806DC-D35B-0E61-C89E-75110EE7F187}"/>
              </a:ext>
            </a:extLst>
          </p:cNvPr>
          <p:cNvSpPr>
            <a:spLocks noGrp="1"/>
          </p:cNvSpPr>
          <p:nvPr>
            <p:ph type="body" sz="quarter" idx="26"/>
          </p:nvPr>
        </p:nvSpPr>
        <p:spPr>
          <a:xfrm>
            <a:off x="7349046" y="2393402"/>
            <a:ext cx="2506092" cy="638717"/>
          </a:xfrm>
          <a:solidFill>
            <a:srgbClr val="F9E7B5"/>
          </a:solidFill>
          <a:ln>
            <a:solidFill>
              <a:srgbClr val="785005"/>
            </a:solidFill>
          </a:ln>
        </p:spPr>
        <p:txBody>
          <a:bodyPr/>
          <a:lstStyle/>
          <a:p>
            <a:r>
              <a:rPr lang="en-US" sz="2000" noProof="1">
                <a:solidFill>
                  <a:srgbClr val="4E3608"/>
                </a:solidFill>
              </a:rPr>
              <a:t>Models</a:t>
            </a:r>
          </a:p>
        </p:txBody>
      </p:sp>
      <p:sp>
        <p:nvSpPr>
          <p:cNvPr id="4" name="Text Placeholder 3">
            <a:extLst>
              <a:ext uri="{FF2B5EF4-FFF2-40B4-BE49-F238E27FC236}">
                <a16:creationId xmlns:a16="http://schemas.microsoft.com/office/drawing/2014/main" id="{71E686EB-6254-13BD-42F4-F073FC3F0B29}"/>
              </a:ext>
            </a:extLst>
          </p:cNvPr>
          <p:cNvSpPr>
            <a:spLocks noGrp="1"/>
          </p:cNvSpPr>
          <p:nvPr>
            <p:ph type="body" sz="quarter" idx="36"/>
          </p:nvPr>
        </p:nvSpPr>
        <p:spPr>
          <a:xfrm>
            <a:off x="2480569" y="3032119"/>
            <a:ext cx="2362384" cy="3049511"/>
          </a:xfrm>
          <a:ln>
            <a:solidFill>
              <a:srgbClr val="785005"/>
            </a:solidFill>
          </a:ln>
        </p:spPr>
        <p:txBody>
          <a:bodyPr/>
          <a:lstStyle/>
          <a:p>
            <a:pPr marL="0" lvl="0" indent="0">
              <a:buNone/>
            </a:pPr>
            <a:r>
              <a:rPr lang="en-US" sz="2000" noProof="1">
                <a:solidFill>
                  <a:srgbClr val="785005"/>
                </a:solidFill>
              </a:rPr>
              <a:t>Implement administrative operations</a:t>
            </a:r>
          </a:p>
          <a:p>
            <a:pPr marL="0" lvl="0" indent="0">
              <a:buNone/>
            </a:pPr>
            <a:r>
              <a:rPr lang="en-US" sz="2000" noProof="1">
                <a:solidFill>
                  <a:srgbClr val="785005"/>
                </a:solidFill>
              </a:rPr>
              <a:t>Write backend logic to manage content</a:t>
            </a:r>
          </a:p>
        </p:txBody>
      </p:sp>
      <p:sp>
        <p:nvSpPr>
          <p:cNvPr id="10" name="Text Placeholder 9">
            <a:extLst>
              <a:ext uri="{FF2B5EF4-FFF2-40B4-BE49-F238E27FC236}">
                <a16:creationId xmlns:a16="http://schemas.microsoft.com/office/drawing/2014/main" id="{9A840FF0-9E40-0AFF-8543-40E3C67D3CA4}"/>
              </a:ext>
            </a:extLst>
          </p:cNvPr>
          <p:cNvSpPr>
            <a:spLocks noGrp="1"/>
          </p:cNvSpPr>
          <p:nvPr>
            <p:ph type="body" sz="quarter" idx="37"/>
          </p:nvPr>
        </p:nvSpPr>
        <p:spPr>
          <a:xfrm>
            <a:off x="4842954" y="3033634"/>
            <a:ext cx="2506092" cy="3042701"/>
          </a:xfrm>
          <a:ln>
            <a:solidFill>
              <a:srgbClr val="785005"/>
            </a:solidFill>
          </a:ln>
        </p:spPr>
        <p:txBody>
          <a:bodyPr/>
          <a:lstStyle/>
          <a:p>
            <a:pPr marL="0" indent="0">
              <a:buNone/>
            </a:pPr>
            <a:r>
              <a:rPr lang="en-US" sz="2000" noProof="1">
                <a:solidFill>
                  <a:srgbClr val="785005"/>
                </a:solidFill>
              </a:rPr>
              <a:t>Backend Module Development</a:t>
            </a:r>
          </a:p>
          <a:p>
            <a:pPr marL="0" indent="0">
              <a:buNone/>
            </a:pPr>
            <a:r>
              <a:rPr lang="en-US" sz="2000" noProof="1">
                <a:solidFill>
                  <a:srgbClr val="785005"/>
                </a:solidFill>
              </a:rPr>
              <a:t>Management Operations Optimization</a:t>
            </a:r>
          </a:p>
        </p:txBody>
      </p:sp>
      <p:sp>
        <p:nvSpPr>
          <p:cNvPr id="11" name="Text Placeholder 10">
            <a:extLst>
              <a:ext uri="{FF2B5EF4-FFF2-40B4-BE49-F238E27FC236}">
                <a16:creationId xmlns:a16="http://schemas.microsoft.com/office/drawing/2014/main" id="{D760712F-1A8C-3BE0-EEC4-02F499C3DA32}"/>
              </a:ext>
            </a:extLst>
          </p:cNvPr>
          <p:cNvSpPr>
            <a:spLocks noGrp="1"/>
          </p:cNvSpPr>
          <p:nvPr>
            <p:ph type="body" sz="quarter" idx="38"/>
          </p:nvPr>
        </p:nvSpPr>
        <p:spPr>
          <a:xfrm>
            <a:off x="7349046" y="3039303"/>
            <a:ext cx="2506092" cy="3035519"/>
          </a:xfrm>
          <a:ln>
            <a:solidFill>
              <a:srgbClr val="785005"/>
            </a:solidFill>
          </a:ln>
        </p:spPr>
        <p:txBody>
          <a:bodyPr/>
          <a:lstStyle/>
          <a:p>
            <a:pPr marL="0" indent="0">
              <a:buNone/>
            </a:pPr>
            <a:r>
              <a:rPr lang="en-US" sz="2000" noProof="1">
                <a:solidFill>
                  <a:srgbClr val="785005"/>
                </a:solidFill>
              </a:rPr>
              <a:t>Data validation and secure storage</a:t>
            </a:r>
          </a:p>
        </p:txBody>
      </p:sp>
      <p:sp>
        <p:nvSpPr>
          <p:cNvPr id="5" name="Footer Placeholder 4">
            <a:extLst>
              <a:ext uri="{FF2B5EF4-FFF2-40B4-BE49-F238E27FC236}">
                <a16:creationId xmlns:a16="http://schemas.microsoft.com/office/drawing/2014/main" id="{87349AC5-7B8F-5A85-B19E-27EBA4703965}"/>
              </a:ext>
            </a:extLst>
          </p:cNvPr>
          <p:cNvSpPr>
            <a:spLocks noGrp="1"/>
          </p:cNvSpPr>
          <p:nvPr>
            <p:ph type="ftr" sz="quarter" idx="22"/>
          </p:nvPr>
        </p:nvSpPr>
        <p:spPr/>
        <p:txBody>
          <a:bodyPr/>
          <a:lstStyle/>
          <a:p>
            <a:r>
              <a:rPr lang="en-US" noProof="1"/>
              <a:t>Aranyhaj</a:t>
            </a:r>
          </a:p>
        </p:txBody>
      </p:sp>
      <p:sp>
        <p:nvSpPr>
          <p:cNvPr id="6" name="Slide Number Placeholder 5">
            <a:extLst>
              <a:ext uri="{FF2B5EF4-FFF2-40B4-BE49-F238E27FC236}">
                <a16:creationId xmlns:a16="http://schemas.microsoft.com/office/drawing/2014/main" id="{6A434255-D032-39FE-E743-56BAD960B61E}"/>
              </a:ext>
            </a:extLst>
          </p:cNvPr>
          <p:cNvSpPr>
            <a:spLocks noGrp="1"/>
          </p:cNvSpPr>
          <p:nvPr>
            <p:ph type="sldNum" sz="quarter" idx="23"/>
          </p:nvPr>
        </p:nvSpPr>
        <p:spPr/>
        <p:txBody>
          <a:bodyPr/>
          <a:lstStyle/>
          <a:p>
            <a:fld id="{295C7AAE-A677-454A-8BDB-62A0650ACE98}" type="slidenum">
              <a:rPr lang="en-US" noProof="1" smtClean="0"/>
              <a:pPr/>
              <a:t>9</a:t>
            </a:fld>
            <a:endParaRPr lang="en-US" noProof="1"/>
          </a:p>
        </p:txBody>
      </p:sp>
    </p:spTree>
    <p:extLst>
      <p:ext uri="{BB962C8B-B14F-4D97-AF65-F5344CB8AC3E}">
        <p14:creationId xmlns:p14="http://schemas.microsoft.com/office/powerpoint/2010/main" val="2985822309"/>
      </p:ext>
    </p:extLst>
  </p:cSld>
  <p:clrMapOvr>
    <a:masterClrMapping/>
  </p:clrMapOvr>
  <p:transition spd="slow">
    <p:wipe/>
  </p:transition>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10C90-6BBE-F64E-8A60-EF9E60B2BAE1}"/>
              </a:ext>
            </a:extLst>
          </p:cNvPr>
          <p:cNvSpPr>
            <a:spLocks noGrp="1"/>
          </p:cNvSpPr>
          <p:nvPr>
            <p:ph type="title"/>
          </p:nvPr>
        </p:nvSpPr>
        <p:spPr/>
        <p:txBody>
          <a:bodyPr/>
          <a:lstStyle/>
          <a:p>
            <a:r>
              <a:rPr lang="en-US" sz="5500" spc="500" noProof="1">
                <a:solidFill>
                  <a:srgbClr val="4E3608"/>
                </a:solidFill>
              </a:rPr>
              <a:t>Product roadmap</a:t>
            </a:r>
            <a:endParaRPr lang="en-US" noProof="1">
              <a:solidFill>
                <a:srgbClr val="4E3608"/>
              </a:solidFill>
            </a:endParaRPr>
          </a:p>
        </p:txBody>
      </p:sp>
      <p:sp>
        <p:nvSpPr>
          <p:cNvPr id="3" name="Footer Placeholder 2">
            <a:extLst>
              <a:ext uri="{FF2B5EF4-FFF2-40B4-BE49-F238E27FC236}">
                <a16:creationId xmlns:a16="http://schemas.microsoft.com/office/drawing/2014/main" id="{F19EEB4B-BEE5-ACC5-4BA2-AA6194616633}"/>
              </a:ext>
            </a:extLst>
          </p:cNvPr>
          <p:cNvSpPr>
            <a:spLocks noGrp="1"/>
          </p:cNvSpPr>
          <p:nvPr>
            <p:ph type="ftr" sz="quarter" idx="22"/>
          </p:nvPr>
        </p:nvSpPr>
        <p:spPr/>
        <p:txBody>
          <a:bodyPr/>
          <a:lstStyle/>
          <a:p>
            <a:r>
              <a:rPr lang="en-US" noProof="1"/>
              <a:t>Aranyhaj</a:t>
            </a:r>
          </a:p>
        </p:txBody>
      </p:sp>
      <p:sp>
        <p:nvSpPr>
          <p:cNvPr id="4" name="Slide Number Placeholder 3">
            <a:extLst>
              <a:ext uri="{FF2B5EF4-FFF2-40B4-BE49-F238E27FC236}">
                <a16:creationId xmlns:a16="http://schemas.microsoft.com/office/drawing/2014/main" id="{3622385F-CA51-6573-9F21-D1C4A381BDFE}"/>
              </a:ext>
            </a:extLst>
          </p:cNvPr>
          <p:cNvSpPr>
            <a:spLocks noGrp="1"/>
          </p:cNvSpPr>
          <p:nvPr>
            <p:ph type="sldNum" sz="quarter" idx="23"/>
          </p:nvPr>
        </p:nvSpPr>
        <p:spPr/>
        <p:txBody>
          <a:bodyPr/>
          <a:lstStyle/>
          <a:p>
            <a:fld id="{295C7AAE-A677-454A-8BDB-62A0650ACE98}" type="slidenum">
              <a:rPr lang="en-US" noProof="1" smtClean="0"/>
              <a:pPr/>
              <a:t>10</a:t>
            </a:fld>
            <a:endParaRPr lang="en-US" noProof="1"/>
          </a:p>
        </p:txBody>
      </p:sp>
      <p:grpSp>
        <p:nvGrpSpPr>
          <p:cNvPr id="6" name="Group 5" descr="Timeline">
            <a:extLst>
              <a:ext uri="{FF2B5EF4-FFF2-40B4-BE49-F238E27FC236}">
                <a16:creationId xmlns:a16="http://schemas.microsoft.com/office/drawing/2014/main" id="{2D1EEEAF-5F3C-A2EF-525E-3E4299ED501F}"/>
              </a:ext>
            </a:extLst>
          </p:cNvPr>
          <p:cNvGrpSpPr/>
          <p:nvPr/>
        </p:nvGrpSpPr>
        <p:grpSpPr>
          <a:xfrm>
            <a:off x="285135" y="1813692"/>
            <a:ext cx="11439638" cy="3931302"/>
            <a:chOff x="-11087" y="2172508"/>
            <a:chExt cx="11899445" cy="3931302"/>
          </a:xfrm>
        </p:grpSpPr>
        <p:sp>
          <p:nvSpPr>
            <p:cNvPr id="7" name="Rectangle 6">
              <a:extLst>
                <a:ext uri="{FF2B5EF4-FFF2-40B4-BE49-F238E27FC236}">
                  <a16:creationId xmlns:a16="http://schemas.microsoft.com/office/drawing/2014/main" id="{784F79C9-63CA-B09F-DB82-34E2BBFC2D8E}"/>
                </a:ext>
              </a:extLst>
            </p:cNvPr>
            <p:cNvSpPr/>
            <p:nvPr/>
          </p:nvSpPr>
          <p:spPr>
            <a:xfrm>
              <a:off x="419100" y="2172508"/>
              <a:ext cx="11353799" cy="3931302"/>
            </a:xfrm>
            <a:prstGeom prst="rect">
              <a:avLst/>
            </a:prstGeom>
            <a:noFill/>
          </p:spPr>
          <p:txBody>
            <a:bodyPr/>
            <a:lstStyle/>
            <a:p>
              <a:endParaRPr lang="en-US" noProof="1"/>
            </a:p>
          </p:txBody>
        </p:sp>
        <p:sp>
          <p:nvSpPr>
            <p:cNvPr id="8" name="Notched Right Arrow 7">
              <a:extLst>
                <a:ext uri="{FF2B5EF4-FFF2-40B4-BE49-F238E27FC236}">
                  <a16:creationId xmlns:a16="http://schemas.microsoft.com/office/drawing/2014/main" id="{EA27270A-BF3C-89DA-2EF4-37896691B69A}"/>
                </a:ext>
              </a:extLst>
            </p:cNvPr>
            <p:cNvSpPr/>
            <p:nvPr/>
          </p:nvSpPr>
          <p:spPr>
            <a:xfrm>
              <a:off x="419100" y="4070289"/>
              <a:ext cx="11353799" cy="148791"/>
            </a:xfrm>
            <a:prstGeom prst="notchedRightArrow">
              <a:avLst/>
            </a:prstGeom>
            <a:solidFill>
              <a:srgbClr val="F7D881"/>
            </a:solidFill>
          </p:spPr>
          <p:style>
            <a:lnRef idx="0">
              <a:schemeClr val="dk2">
                <a:hueOff val="0"/>
                <a:satOff val="0"/>
                <a:lumOff val="0"/>
                <a:alphaOff val="0"/>
              </a:schemeClr>
            </a:lnRef>
            <a:fillRef idx="1">
              <a:scrgbClr r="0" g="0" b="0"/>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US" noProof="1"/>
            </a:p>
          </p:txBody>
        </p:sp>
        <p:sp>
          <p:nvSpPr>
            <p:cNvPr id="9" name="Freeform 8">
              <a:extLst>
                <a:ext uri="{FF2B5EF4-FFF2-40B4-BE49-F238E27FC236}">
                  <a16:creationId xmlns:a16="http://schemas.microsoft.com/office/drawing/2014/main" id="{AD403014-9A9E-F590-D686-87CC339A03ED}"/>
                </a:ext>
              </a:extLst>
            </p:cNvPr>
            <p:cNvSpPr/>
            <p:nvPr/>
          </p:nvSpPr>
          <p:spPr>
            <a:xfrm>
              <a:off x="-11087" y="2172508"/>
              <a:ext cx="3487563" cy="1572520"/>
            </a:xfrm>
            <a:custGeom>
              <a:avLst/>
              <a:gdLst>
                <a:gd name="connsiteX0" fmla="*/ 0 w 1812071"/>
                <a:gd name="connsiteY0" fmla="*/ 0 h 1572520"/>
                <a:gd name="connsiteX1" fmla="*/ 1812071 w 1812071"/>
                <a:gd name="connsiteY1" fmla="*/ 0 h 1572520"/>
                <a:gd name="connsiteX2" fmla="*/ 1812071 w 1812071"/>
                <a:gd name="connsiteY2" fmla="*/ 1572520 h 1572520"/>
                <a:gd name="connsiteX3" fmla="*/ 0 w 1812071"/>
                <a:gd name="connsiteY3" fmla="*/ 1572520 h 1572520"/>
                <a:gd name="connsiteX4" fmla="*/ 0 w 1812071"/>
                <a:gd name="connsiteY4" fmla="*/ 0 h 1572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2071" h="1572520">
                  <a:moveTo>
                    <a:pt x="0" y="0"/>
                  </a:moveTo>
                  <a:lnTo>
                    <a:pt x="1812071" y="0"/>
                  </a:lnTo>
                  <a:lnTo>
                    <a:pt x="1812071" y="1572520"/>
                  </a:lnTo>
                  <a:lnTo>
                    <a:pt x="0" y="15725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28016" tIns="128016" rIns="128016" bIns="128016" numCol="1" spcCol="1270" anchor="b" anchorCtr="0">
              <a:noAutofit/>
            </a:bodyPr>
            <a:lstStyle/>
            <a:p>
              <a:pPr marL="0" lvl="0" indent="0" algn="ctr" defTabSz="800100">
                <a:lnSpc>
                  <a:spcPct val="100000"/>
                </a:lnSpc>
                <a:spcBef>
                  <a:spcPct val="0"/>
                </a:spcBef>
                <a:spcAft>
                  <a:spcPct val="35000"/>
                </a:spcAft>
                <a:buNone/>
              </a:pPr>
              <a:r>
                <a:rPr lang="en-US" sz="2000" b="1" spc="50" noProof="1">
                  <a:solidFill>
                    <a:srgbClr val="4E3608"/>
                  </a:solidFill>
                </a:rPr>
                <a:t>Jan. 30. – Feb. 2.</a:t>
              </a:r>
              <a:endParaRPr lang="en-US" sz="2000" b="1" i="0" kern="1200" spc="50" baseline="0" noProof="1">
                <a:solidFill>
                  <a:srgbClr val="4E3608"/>
                </a:solidFill>
              </a:endParaRPr>
            </a:p>
            <a:p>
              <a:pPr marL="0" lvl="0" indent="0" algn="ctr" defTabSz="800100">
                <a:lnSpc>
                  <a:spcPct val="100000"/>
                </a:lnSpc>
                <a:spcBef>
                  <a:spcPct val="0"/>
                </a:spcBef>
                <a:spcAft>
                  <a:spcPct val="35000"/>
                </a:spcAft>
                <a:buNone/>
              </a:pPr>
              <a:r>
                <a:rPr lang="en-US" kern="1200" spc="50" baseline="0" noProof="1">
                  <a:solidFill>
                    <a:srgbClr val="785005"/>
                  </a:solidFill>
                </a:rPr>
                <a:t>Planning and Preparation</a:t>
              </a:r>
            </a:p>
          </p:txBody>
        </p:sp>
        <p:sp>
          <p:nvSpPr>
            <p:cNvPr id="10" name="Oval 9">
              <a:extLst>
                <a:ext uri="{FF2B5EF4-FFF2-40B4-BE49-F238E27FC236}">
                  <a16:creationId xmlns:a16="http://schemas.microsoft.com/office/drawing/2014/main" id="{A5EEF42C-BCC4-2F65-E5AD-F55E1DF828A6}"/>
                </a:ext>
              </a:extLst>
            </p:cNvPr>
            <p:cNvSpPr/>
            <p:nvPr/>
          </p:nvSpPr>
          <p:spPr>
            <a:xfrm>
              <a:off x="1573619" y="4003901"/>
              <a:ext cx="268515" cy="268515"/>
            </a:xfrm>
            <a:prstGeom prst="ellipse">
              <a:avLst/>
            </a:prstGeom>
            <a:solidFill>
              <a:srgbClr val="4E3608"/>
            </a:solidFill>
            <a:ln>
              <a:solidFill>
                <a:srgbClr val="4E3608"/>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noProof="1"/>
            </a:p>
          </p:txBody>
        </p:sp>
        <p:sp>
          <p:nvSpPr>
            <p:cNvPr id="11" name="Freeform 10">
              <a:extLst>
                <a:ext uri="{FF2B5EF4-FFF2-40B4-BE49-F238E27FC236}">
                  <a16:creationId xmlns:a16="http://schemas.microsoft.com/office/drawing/2014/main" id="{43FC9BFA-540C-62E3-110B-DB45E2B1997F}"/>
                </a:ext>
              </a:extLst>
            </p:cNvPr>
            <p:cNvSpPr/>
            <p:nvPr/>
          </p:nvSpPr>
          <p:spPr>
            <a:xfrm>
              <a:off x="1870766" y="4443837"/>
              <a:ext cx="3211420" cy="1572520"/>
            </a:xfrm>
            <a:custGeom>
              <a:avLst/>
              <a:gdLst>
                <a:gd name="connsiteX0" fmla="*/ 0 w 1767544"/>
                <a:gd name="connsiteY0" fmla="*/ 0 h 1572520"/>
                <a:gd name="connsiteX1" fmla="*/ 1767544 w 1767544"/>
                <a:gd name="connsiteY1" fmla="*/ 0 h 1572520"/>
                <a:gd name="connsiteX2" fmla="*/ 1767544 w 1767544"/>
                <a:gd name="connsiteY2" fmla="*/ 1572520 h 1572520"/>
                <a:gd name="connsiteX3" fmla="*/ 0 w 1767544"/>
                <a:gd name="connsiteY3" fmla="*/ 1572520 h 1572520"/>
                <a:gd name="connsiteX4" fmla="*/ 0 w 1767544"/>
                <a:gd name="connsiteY4" fmla="*/ 0 h 1572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544" h="1572520">
                  <a:moveTo>
                    <a:pt x="0" y="0"/>
                  </a:moveTo>
                  <a:lnTo>
                    <a:pt x="1767544" y="0"/>
                  </a:lnTo>
                  <a:lnTo>
                    <a:pt x="1767544" y="1572520"/>
                  </a:lnTo>
                  <a:lnTo>
                    <a:pt x="0" y="15725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28016" tIns="128016" rIns="128016" bIns="128016" numCol="1" spcCol="1270" anchor="t" anchorCtr="0">
              <a:noAutofit/>
            </a:bodyPr>
            <a:lstStyle/>
            <a:p>
              <a:pPr marL="0" lvl="0" indent="0" algn="ctr" defTabSz="800100">
                <a:lnSpc>
                  <a:spcPct val="100000"/>
                </a:lnSpc>
                <a:spcBef>
                  <a:spcPct val="0"/>
                </a:spcBef>
                <a:spcAft>
                  <a:spcPct val="35000"/>
                </a:spcAft>
                <a:buNone/>
              </a:pPr>
              <a:r>
                <a:rPr lang="en-US" sz="2000" b="1" i="0" kern="1200" spc="50" baseline="0" noProof="1">
                  <a:solidFill>
                    <a:srgbClr val="4E3608"/>
                  </a:solidFill>
                </a:rPr>
                <a:t>Feb. 3. – Feb. 9.</a:t>
              </a:r>
            </a:p>
            <a:p>
              <a:pPr marL="0" lvl="0" indent="0" algn="ctr" defTabSz="800100">
                <a:lnSpc>
                  <a:spcPct val="100000"/>
                </a:lnSpc>
                <a:spcBef>
                  <a:spcPct val="0"/>
                </a:spcBef>
                <a:spcAft>
                  <a:spcPct val="35000"/>
                </a:spcAft>
                <a:buNone/>
              </a:pPr>
              <a:r>
                <a:rPr lang="en-US" kern="1200" spc="50" baseline="0" noProof="1">
                  <a:solidFill>
                    <a:srgbClr val="785005"/>
                  </a:solidFill>
                </a:rPr>
                <a:t>Programming and Database</a:t>
              </a:r>
            </a:p>
          </p:txBody>
        </p:sp>
        <p:sp>
          <p:nvSpPr>
            <p:cNvPr id="12" name="Oval 11">
              <a:extLst>
                <a:ext uri="{FF2B5EF4-FFF2-40B4-BE49-F238E27FC236}">
                  <a16:creationId xmlns:a16="http://schemas.microsoft.com/office/drawing/2014/main" id="{5E64EDBF-2E4C-F9F1-9707-2384BF78C378}"/>
                </a:ext>
              </a:extLst>
            </p:cNvPr>
            <p:cNvSpPr/>
            <p:nvPr/>
          </p:nvSpPr>
          <p:spPr>
            <a:xfrm>
              <a:off x="3311411" y="4003901"/>
              <a:ext cx="268515" cy="268515"/>
            </a:xfrm>
            <a:prstGeom prst="ellipse">
              <a:avLst/>
            </a:prstGeom>
            <a:solidFill>
              <a:srgbClr val="4E3608"/>
            </a:solidFill>
            <a:ln>
              <a:solidFill>
                <a:srgbClr val="4E3608"/>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noProof="1"/>
            </a:p>
          </p:txBody>
        </p:sp>
        <p:sp>
          <p:nvSpPr>
            <p:cNvPr id="13" name="Freeform 12">
              <a:extLst>
                <a:ext uri="{FF2B5EF4-FFF2-40B4-BE49-F238E27FC236}">
                  <a16:creationId xmlns:a16="http://schemas.microsoft.com/office/drawing/2014/main" id="{C6561523-6EE6-2AAF-AC2A-03E4526FF936}"/>
                </a:ext>
              </a:extLst>
            </p:cNvPr>
            <p:cNvSpPr/>
            <p:nvPr/>
          </p:nvSpPr>
          <p:spPr>
            <a:xfrm>
              <a:off x="3655633" y="2261303"/>
              <a:ext cx="3201195" cy="1572520"/>
            </a:xfrm>
            <a:custGeom>
              <a:avLst/>
              <a:gdLst>
                <a:gd name="connsiteX0" fmla="*/ 0 w 1715648"/>
                <a:gd name="connsiteY0" fmla="*/ 0 h 1572520"/>
                <a:gd name="connsiteX1" fmla="*/ 1715648 w 1715648"/>
                <a:gd name="connsiteY1" fmla="*/ 0 h 1572520"/>
                <a:gd name="connsiteX2" fmla="*/ 1715648 w 1715648"/>
                <a:gd name="connsiteY2" fmla="*/ 1572520 h 1572520"/>
                <a:gd name="connsiteX3" fmla="*/ 0 w 1715648"/>
                <a:gd name="connsiteY3" fmla="*/ 1572520 h 1572520"/>
                <a:gd name="connsiteX4" fmla="*/ 0 w 1715648"/>
                <a:gd name="connsiteY4" fmla="*/ 0 h 1572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5648" h="1572520">
                  <a:moveTo>
                    <a:pt x="0" y="0"/>
                  </a:moveTo>
                  <a:lnTo>
                    <a:pt x="1715648" y="0"/>
                  </a:lnTo>
                  <a:lnTo>
                    <a:pt x="1715648" y="1572520"/>
                  </a:lnTo>
                  <a:lnTo>
                    <a:pt x="0" y="15725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28016" tIns="128016" rIns="128016" bIns="128016" numCol="1" spcCol="1270" anchor="b" anchorCtr="0">
              <a:noAutofit/>
            </a:bodyPr>
            <a:lstStyle/>
            <a:p>
              <a:pPr marL="0" lvl="0" indent="0" algn="ctr" defTabSz="800100">
                <a:lnSpc>
                  <a:spcPct val="100000"/>
                </a:lnSpc>
                <a:spcBef>
                  <a:spcPct val="0"/>
                </a:spcBef>
                <a:spcAft>
                  <a:spcPct val="35000"/>
                </a:spcAft>
                <a:buNone/>
              </a:pPr>
              <a:r>
                <a:rPr lang="en-US" sz="2000" b="1" i="1" spc="50" noProof="1">
                  <a:solidFill>
                    <a:srgbClr val="4E3608"/>
                  </a:solidFill>
                </a:rPr>
                <a:t>Feb. 10. –Feb. 16.</a:t>
              </a:r>
              <a:endParaRPr lang="en-US" sz="2000" b="1" i="1" kern="1200" spc="50" baseline="0" noProof="1">
                <a:solidFill>
                  <a:srgbClr val="4E3608"/>
                </a:solidFill>
              </a:endParaRPr>
            </a:p>
            <a:p>
              <a:pPr marL="0" lvl="0" indent="0" algn="ctr" defTabSz="800100">
                <a:lnSpc>
                  <a:spcPct val="100000"/>
                </a:lnSpc>
                <a:spcBef>
                  <a:spcPct val="0"/>
                </a:spcBef>
                <a:spcAft>
                  <a:spcPct val="35000"/>
                </a:spcAft>
                <a:buNone/>
              </a:pPr>
              <a:r>
                <a:rPr lang="hu-HU" i="1" spc="50" noProof="1">
                  <a:solidFill>
                    <a:srgbClr val="785005"/>
                  </a:solidFill>
                </a:rPr>
                <a:t>Salons and </a:t>
              </a:r>
              <a:r>
                <a:rPr lang="en-US" i="1" spc="50" noProof="1">
                  <a:solidFill>
                    <a:srgbClr val="785005"/>
                  </a:solidFill>
                </a:rPr>
                <a:t>Event implementation</a:t>
              </a:r>
              <a:endParaRPr lang="en-US" i="1" kern="1200" spc="50" baseline="0" noProof="1">
                <a:solidFill>
                  <a:srgbClr val="785005"/>
                </a:solidFill>
              </a:endParaRPr>
            </a:p>
          </p:txBody>
        </p:sp>
        <p:sp>
          <p:nvSpPr>
            <p:cNvPr id="14" name="Oval 13">
              <a:extLst>
                <a:ext uri="{FF2B5EF4-FFF2-40B4-BE49-F238E27FC236}">
                  <a16:creationId xmlns:a16="http://schemas.microsoft.com/office/drawing/2014/main" id="{224421DD-214B-4390-073C-8A09479EEAE5}"/>
                </a:ext>
              </a:extLst>
            </p:cNvPr>
            <p:cNvSpPr/>
            <p:nvPr/>
          </p:nvSpPr>
          <p:spPr>
            <a:xfrm>
              <a:off x="5033769" y="4003901"/>
              <a:ext cx="268515" cy="268515"/>
            </a:xfrm>
            <a:prstGeom prst="ellipse">
              <a:avLst/>
            </a:prstGeom>
            <a:solidFill>
              <a:srgbClr val="4E3608"/>
            </a:solidFill>
            <a:ln>
              <a:solidFill>
                <a:srgbClr val="4E3608"/>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noProof="1">
                <a:solidFill>
                  <a:srgbClr val="4E3608"/>
                </a:solidFill>
              </a:endParaRPr>
            </a:p>
          </p:txBody>
        </p:sp>
        <p:sp>
          <p:nvSpPr>
            <p:cNvPr id="15" name="Freeform 14">
              <a:extLst>
                <a:ext uri="{FF2B5EF4-FFF2-40B4-BE49-F238E27FC236}">
                  <a16:creationId xmlns:a16="http://schemas.microsoft.com/office/drawing/2014/main" id="{5132750B-025F-97C1-C842-FCFF6F7D9138}"/>
                </a:ext>
              </a:extLst>
            </p:cNvPr>
            <p:cNvSpPr/>
            <p:nvPr/>
          </p:nvSpPr>
          <p:spPr>
            <a:xfrm>
              <a:off x="5512292" y="4399403"/>
              <a:ext cx="2821681" cy="1572520"/>
            </a:xfrm>
            <a:custGeom>
              <a:avLst/>
              <a:gdLst>
                <a:gd name="connsiteX0" fmla="*/ 0 w 1574120"/>
                <a:gd name="connsiteY0" fmla="*/ 0 h 1572520"/>
                <a:gd name="connsiteX1" fmla="*/ 1574120 w 1574120"/>
                <a:gd name="connsiteY1" fmla="*/ 0 h 1572520"/>
                <a:gd name="connsiteX2" fmla="*/ 1574120 w 1574120"/>
                <a:gd name="connsiteY2" fmla="*/ 1572520 h 1572520"/>
                <a:gd name="connsiteX3" fmla="*/ 0 w 1574120"/>
                <a:gd name="connsiteY3" fmla="*/ 1572520 h 1572520"/>
                <a:gd name="connsiteX4" fmla="*/ 0 w 1574120"/>
                <a:gd name="connsiteY4" fmla="*/ 0 h 1572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120" h="1572520">
                  <a:moveTo>
                    <a:pt x="0" y="0"/>
                  </a:moveTo>
                  <a:lnTo>
                    <a:pt x="1574120" y="0"/>
                  </a:lnTo>
                  <a:lnTo>
                    <a:pt x="1574120" y="1572520"/>
                  </a:lnTo>
                  <a:lnTo>
                    <a:pt x="0" y="15725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28016" tIns="128016" rIns="128016" bIns="128016" numCol="1" spcCol="1270" anchor="t" anchorCtr="0">
              <a:noAutofit/>
            </a:bodyPr>
            <a:lstStyle/>
            <a:p>
              <a:pPr marL="0" lvl="0" indent="0" algn="ctr" defTabSz="800100">
                <a:lnSpc>
                  <a:spcPct val="100000"/>
                </a:lnSpc>
                <a:spcBef>
                  <a:spcPct val="0"/>
                </a:spcBef>
                <a:spcAft>
                  <a:spcPct val="35000"/>
                </a:spcAft>
                <a:buNone/>
              </a:pPr>
              <a:r>
                <a:rPr lang="en-US" sz="2000" b="1" spc="50" noProof="1">
                  <a:solidFill>
                    <a:srgbClr val="4E3608"/>
                  </a:solidFill>
                </a:rPr>
                <a:t>Feb. 17. – Feb. 23.</a:t>
              </a:r>
            </a:p>
            <a:p>
              <a:pPr marL="0" lvl="0" indent="0" algn="ctr" defTabSz="800100">
                <a:lnSpc>
                  <a:spcPct val="100000"/>
                </a:lnSpc>
                <a:spcBef>
                  <a:spcPct val="0"/>
                </a:spcBef>
                <a:spcAft>
                  <a:spcPct val="35000"/>
                </a:spcAft>
                <a:buNone/>
              </a:pPr>
              <a:r>
                <a:rPr lang="en-US" spc="50" noProof="1">
                  <a:solidFill>
                    <a:srgbClr val="785005"/>
                  </a:solidFill>
                </a:rPr>
                <a:t>User registration and login</a:t>
              </a:r>
              <a:endParaRPr lang="en-US" kern="1200" spc="50" baseline="0" noProof="1">
                <a:solidFill>
                  <a:srgbClr val="785005"/>
                </a:solidFill>
              </a:endParaRPr>
            </a:p>
          </p:txBody>
        </p:sp>
        <p:sp>
          <p:nvSpPr>
            <p:cNvPr id="16" name="Oval 15">
              <a:extLst>
                <a:ext uri="{FF2B5EF4-FFF2-40B4-BE49-F238E27FC236}">
                  <a16:creationId xmlns:a16="http://schemas.microsoft.com/office/drawing/2014/main" id="{AFEA52D8-6EF3-E96B-AC17-D7D812BB2F09}"/>
                </a:ext>
              </a:extLst>
            </p:cNvPr>
            <p:cNvSpPr/>
            <p:nvPr/>
          </p:nvSpPr>
          <p:spPr>
            <a:xfrm>
              <a:off x="6753900" y="4011476"/>
              <a:ext cx="268515" cy="268515"/>
            </a:xfrm>
            <a:prstGeom prst="ellipse">
              <a:avLst/>
            </a:prstGeom>
            <a:solidFill>
              <a:srgbClr val="4E3608"/>
            </a:solidFill>
            <a:ln>
              <a:solidFill>
                <a:srgbClr val="4E3608"/>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noProof="1"/>
            </a:p>
          </p:txBody>
        </p:sp>
        <p:sp>
          <p:nvSpPr>
            <p:cNvPr id="17" name="Freeform 16">
              <a:extLst>
                <a:ext uri="{FF2B5EF4-FFF2-40B4-BE49-F238E27FC236}">
                  <a16:creationId xmlns:a16="http://schemas.microsoft.com/office/drawing/2014/main" id="{565AD21D-AA9C-9F26-96E1-8CF61AFE5F1B}"/>
                </a:ext>
              </a:extLst>
            </p:cNvPr>
            <p:cNvSpPr/>
            <p:nvPr/>
          </p:nvSpPr>
          <p:spPr>
            <a:xfrm>
              <a:off x="6989610" y="2313148"/>
              <a:ext cx="3201195" cy="1572520"/>
            </a:xfrm>
            <a:custGeom>
              <a:avLst/>
              <a:gdLst>
                <a:gd name="connsiteX0" fmla="*/ 0 w 1637527"/>
                <a:gd name="connsiteY0" fmla="*/ 0 h 1572520"/>
                <a:gd name="connsiteX1" fmla="*/ 1637527 w 1637527"/>
                <a:gd name="connsiteY1" fmla="*/ 0 h 1572520"/>
                <a:gd name="connsiteX2" fmla="*/ 1637527 w 1637527"/>
                <a:gd name="connsiteY2" fmla="*/ 1572520 h 1572520"/>
                <a:gd name="connsiteX3" fmla="*/ 0 w 1637527"/>
                <a:gd name="connsiteY3" fmla="*/ 1572520 h 1572520"/>
                <a:gd name="connsiteX4" fmla="*/ 0 w 1637527"/>
                <a:gd name="connsiteY4" fmla="*/ 0 h 1572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7527" h="1572520">
                  <a:moveTo>
                    <a:pt x="0" y="0"/>
                  </a:moveTo>
                  <a:lnTo>
                    <a:pt x="1637527" y="0"/>
                  </a:lnTo>
                  <a:lnTo>
                    <a:pt x="1637527" y="1572520"/>
                  </a:lnTo>
                  <a:lnTo>
                    <a:pt x="0" y="15725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28016" tIns="128016" rIns="128016" bIns="128016" numCol="1" spcCol="1270" anchor="b" anchorCtr="0">
              <a:noAutofit/>
            </a:bodyPr>
            <a:lstStyle/>
            <a:p>
              <a:pPr marL="0" lvl="0" indent="0" algn="ctr" defTabSz="800100">
                <a:lnSpc>
                  <a:spcPct val="100000"/>
                </a:lnSpc>
                <a:spcBef>
                  <a:spcPct val="0"/>
                </a:spcBef>
                <a:spcAft>
                  <a:spcPct val="35000"/>
                </a:spcAft>
                <a:buNone/>
              </a:pPr>
              <a:r>
                <a:rPr lang="en-US" sz="2000" b="1" spc="50" noProof="1">
                  <a:solidFill>
                    <a:srgbClr val="4E3608"/>
                  </a:solidFill>
                </a:rPr>
                <a:t>Feb. 24. – Mar. 2.</a:t>
              </a:r>
              <a:endParaRPr lang="en-US" sz="2000" b="1" i="0" kern="1200" spc="50" baseline="0" noProof="1">
                <a:solidFill>
                  <a:srgbClr val="4E3608"/>
                </a:solidFill>
              </a:endParaRPr>
            </a:p>
            <a:p>
              <a:pPr marL="0" lvl="0" indent="0" algn="ctr" defTabSz="800100">
                <a:lnSpc>
                  <a:spcPct val="100000"/>
                </a:lnSpc>
                <a:spcBef>
                  <a:spcPct val="0"/>
                </a:spcBef>
                <a:spcAft>
                  <a:spcPct val="35000"/>
                </a:spcAft>
                <a:buNone/>
              </a:pPr>
              <a:r>
                <a:rPr lang="en-US" kern="1200" spc="50" baseline="0" noProof="1">
                  <a:solidFill>
                    <a:srgbClr val="4E3608"/>
                  </a:solidFill>
                </a:rPr>
                <a:t>Account and </a:t>
              </a:r>
              <a:r>
                <a:rPr lang="en-US" spc="50" noProof="1">
                  <a:solidFill>
                    <a:srgbClr val="4E3608"/>
                  </a:solidFill>
                </a:rPr>
                <a:t>a</a:t>
              </a:r>
              <a:r>
                <a:rPr lang="en-US" kern="1200" spc="50" baseline="0" noProof="1">
                  <a:solidFill>
                    <a:srgbClr val="4E3608"/>
                  </a:solidFill>
                </a:rPr>
                <a:t>dmin interface</a:t>
              </a:r>
            </a:p>
          </p:txBody>
        </p:sp>
        <p:sp>
          <p:nvSpPr>
            <p:cNvPr id="18" name="Oval 17">
              <a:extLst>
                <a:ext uri="{FF2B5EF4-FFF2-40B4-BE49-F238E27FC236}">
                  <a16:creationId xmlns:a16="http://schemas.microsoft.com/office/drawing/2014/main" id="{AA9EFEED-3A11-AFAC-A7F7-5F1FD77728F5}"/>
                </a:ext>
              </a:extLst>
            </p:cNvPr>
            <p:cNvSpPr/>
            <p:nvPr/>
          </p:nvSpPr>
          <p:spPr>
            <a:xfrm>
              <a:off x="8486833" y="4003901"/>
              <a:ext cx="268515" cy="268515"/>
            </a:xfrm>
            <a:prstGeom prst="ellipse">
              <a:avLst/>
            </a:prstGeom>
            <a:solidFill>
              <a:srgbClr val="4E3608"/>
            </a:solidFill>
            <a:ln>
              <a:solidFill>
                <a:srgbClr val="4E3608"/>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noProof="1"/>
            </a:p>
          </p:txBody>
        </p:sp>
        <p:sp>
          <p:nvSpPr>
            <p:cNvPr id="19" name="Freeform 18">
              <a:extLst>
                <a:ext uri="{FF2B5EF4-FFF2-40B4-BE49-F238E27FC236}">
                  <a16:creationId xmlns:a16="http://schemas.microsoft.com/office/drawing/2014/main" id="{3D7176A4-615D-9349-DC88-FC8F950E522B}"/>
                </a:ext>
              </a:extLst>
            </p:cNvPr>
            <p:cNvSpPr/>
            <p:nvPr/>
          </p:nvSpPr>
          <p:spPr>
            <a:xfrm>
              <a:off x="8829251" y="4338804"/>
              <a:ext cx="3059107" cy="1572520"/>
            </a:xfrm>
            <a:custGeom>
              <a:avLst/>
              <a:gdLst>
                <a:gd name="connsiteX0" fmla="*/ 0 w 1517906"/>
                <a:gd name="connsiteY0" fmla="*/ 0 h 1572520"/>
                <a:gd name="connsiteX1" fmla="*/ 1517906 w 1517906"/>
                <a:gd name="connsiteY1" fmla="*/ 0 h 1572520"/>
                <a:gd name="connsiteX2" fmla="*/ 1517906 w 1517906"/>
                <a:gd name="connsiteY2" fmla="*/ 1572520 h 1572520"/>
                <a:gd name="connsiteX3" fmla="*/ 0 w 1517906"/>
                <a:gd name="connsiteY3" fmla="*/ 1572520 h 1572520"/>
                <a:gd name="connsiteX4" fmla="*/ 0 w 1517906"/>
                <a:gd name="connsiteY4" fmla="*/ 0 h 1572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7906" h="1572520">
                  <a:moveTo>
                    <a:pt x="0" y="0"/>
                  </a:moveTo>
                  <a:lnTo>
                    <a:pt x="1517906" y="0"/>
                  </a:lnTo>
                  <a:lnTo>
                    <a:pt x="1517906" y="1572520"/>
                  </a:lnTo>
                  <a:lnTo>
                    <a:pt x="0" y="15725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28016" tIns="128016" rIns="128016" bIns="128016" numCol="1" spcCol="1270" anchor="t" anchorCtr="0">
              <a:noAutofit/>
            </a:bodyPr>
            <a:lstStyle/>
            <a:p>
              <a:pPr marL="0" lvl="0" indent="0" algn="ctr" defTabSz="800100">
                <a:lnSpc>
                  <a:spcPct val="100000"/>
                </a:lnSpc>
                <a:spcBef>
                  <a:spcPct val="0"/>
                </a:spcBef>
                <a:spcAft>
                  <a:spcPct val="35000"/>
                </a:spcAft>
                <a:buNone/>
              </a:pPr>
              <a:r>
                <a:rPr lang="en-US" sz="2000" b="1" i="1" kern="1200" spc="50" baseline="0" noProof="1">
                  <a:solidFill>
                    <a:srgbClr val="4E3608"/>
                  </a:solidFill>
                </a:rPr>
                <a:t>Mar. 3. – April. 5.</a:t>
              </a:r>
            </a:p>
            <a:p>
              <a:pPr marL="0" lvl="0" indent="0" algn="ctr" defTabSz="800100">
                <a:lnSpc>
                  <a:spcPct val="100000"/>
                </a:lnSpc>
                <a:spcBef>
                  <a:spcPct val="0"/>
                </a:spcBef>
                <a:spcAft>
                  <a:spcPct val="35000"/>
                </a:spcAft>
                <a:buNone/>
              </a:pPr>
              <a:r>
                <a:rPr lang="en-US" i="1" kern="1200" spc="50" baseline="0" noProof="1">
                  <a:solidFill>
                    <a:srgbClr val="785005"/>
                  </a:solidFill>
                </a:rPr>
                <a:t>Finalizing Admin Interface and Final Testing</a:t>
              </a:r>
            </a:p>
          </p:txBody>
        </p:sp>
        <p:sp>
          <p:nvSpPr>
            <p:cNvPr id="20" name="Oval 19">
              <a:extLst>
                <a:ext uri="{FF2B5EF4-FFF2-40B4-BE49-F238E27FC236}">
                  <a16:creationId xmlns:a16="http://schemas.microsoft.com/office/drawing/2014/main" id="{870B2B44-057F-D78B-D8F4-C9A2F1E4B374}"/>
                </a:ext>
              </a:extLst>
            </p:cNvPr>
            <p:cNvSpPr/>
            <p:nvPr/>
          </p:nvSpPr>
          <p:spPr>
            <a:xfrm>
              <a:off x="10224548" y="4003901"/>
              <a:ext cx="268515" cy="268515"/>
            </a:xfrm>
            <a:prstGeom prst="ellipse">
              <a:avLst/>
            </a:prstGeom>
            <a:solidFill>
              <a:srgbClr val="4E3608"/>
            </a:solidFill>
            <a:ln>
              <a:solidFill>
                <a:srgbClr val="4E3608"/>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noProof="1"/>
            </a:p>
          </p:txBody>
        </p:sp>
      </p:grpSp>
    </p:spTree>
    <p:extLst>
      <p:ext uri="{BB962C8B-B14F-4D97-AF65-F5344CB8AC3E}">
        <p14:creationId xmlns:p14="http://schemas.microsoft.com/office/powerpoint/2010/main" val="3814807872"/>
      </p:ext>
    </p:extLst>
  </p:cSld>
  <p:clrMapOvr>
    <a:masterClrMapping/>
  </p:clrMapOvr>
  <p:transition spd="slow">
    <p:wipe/>
  </p:transition>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984AE-BD2E-60E8-D843-BB0B7BCB0819}"/>
              </a:ext>
            </a:extLst>
          </p:cNvPr>
          <p:cNvSpPr>
            <a:spLocks noGrp="1"/>
          </p:cNvSpPr>
          <p:nvPr>
            <p:ph type="title"/>
          </p:nvPr>
        </p:nvSpPr>
        <p:spPr/>
        <p:txBody>
          <a:bodyPr/>
          <a:lstStyle/>
          <a:p>
            <a:r>
              <a:rPr lang="hu-HU" dirty="0" err="1">
                <a:solidFill>
                  <a:srgbClr val="4E3608"/>
                </a:solidFill>
              </a:rPr>
              <a:t>Worked</a:t>
            </a:r>
            <a:r>
              <a:rPr lang="hu-HU" dirty="0">
                <a:solidFill>
                  <a:srgbClr val="4E3608"/>
                </a:solidFill>
              </a:rPr>
              <a:t> </a:t>
            </a:r>
            <a:r>
              <a:rPr lang="hu-HU" dirty="0" err="1">
                <a:solidFill>
                  <a:srgbClr val="4E3608"/>
                </a:solidFill>
              </a:rPr>
              <a:t>with</a:t>
            </a:r>
            <a:endParaRPr lang="en-US" noProof="1">
              <a:solidFill>
                <a:srgbClr val="4E3608"/>
              </a:solidFill>
            </a:endParaRPr>
          </a:p>
        </p:txBody>
      </p:sp>
      <p:sp>
        <p:nvSpPr>
          <p:cNvPr id="6" name="Text Placeholder 5">
            <a:extLst>
              <a:ext uri="{FF2B5EF4-FFF2-40B4-BE49-F238E27FC236}">
                <a16:creationId xmlns:a16="http://schemas.microsoft.com/office/drawing/2014/main" id="{45897947-B469-B9FE-BF14-D3F36C685F79}"/>
              </a:ext>
            </a:extLst>
          </p:cNvPr>
          <p:cNvSpPr>
            <a:spLocks noGrp="1"/>
          </p:cNvSpPr>
          <p:nvPr>
            <p:ph type="body" sz="quarter" idx="18"/>
          </p:nvPr>
        </p:nvSpPr>
        <p:spPr/>
        <p:txBody>
          <a:bodyPr/>
          <a:lstStyle/>
          <a:p>
            <a:r>
              <a:rPr lang="en-US" b="1" noProof="1">
                <a:solidFill>
                  <a:srgbClr val="4E3608"/>
                </a:solidFill>
              </a:rPr>
              <a:t>For site functionality</a:t>
            </a:r>
            <a:endParaRPr lang="en-US" noProof="1">
              <a:solidFill>
                <a:srgbClr val="4E3608"/>
              </a:solidFill>
            </a:endParaRPr>
          </a:p>
        </p:txBody>
      </p:sp>
      <p:sp>
        <p:nvSpPr>
          <p:cNvPr id="8" name="Text Placeholder 7">
            <a:extLst>
              <a:ext uri="{FF2B5EF4-FFF2-40B4-BE49-F238E27FC236}">
                <a16:creationId xmlns:a16="http://schemas.microsoft.com/office/drawing/2014/main" id="{4B7510DD-84F1-3900-70E8-FE08D029C5FA}"/>
              </a:ext>
            </a:extLst>
          </p:cNvPr>
          <p:cNvSpPr>
            <a:spLocks noGrp="1"/>
          </p:cNvSpPr>
          <p:nvPr>
            <p:ph type="body" sz="quarter" idx="26"/>
          </p:nvPr>
        </p:nvSpPr>
        <p:spPr/>
        <p:txBody>
          <a:bodyPr/>
          <a:lstStyle/>
          <a:p>
            <a:r>
              <a:rPr lang="en-US" b="1" noProof="1">
                <a:solidFill>
                  <a:srgbClr val="4E3608"/>
                </a:solidFill>
              </a:rPr>
              <a:t>For other purposes</a:t>
            </a:r>
            <a:endParaRPr lang="en-US" noProof="1">
              <a:solidFill>
                <a:srgbClr val="4E3608"/>
              </a:solidFill>
            </a:endParaRPr>
          </a:p>
        </p:txBody>
      </p:sp>
      <p:sp>
        <p:nvSpPr>
          <p:cNvPr id="7" name="Text Placeholder 6">
            <a:extLst>
              <a:ext uri="{FF2B5EF4-FFF2-40B4-BE49-F238E27FC236}">
                <a16:creationId xmlns:a16="http://schemas.microsoft.com/office/drawing/2014/main" id="{BA1506EC-0924-5261-B6EA-746D20E0C564}"/>
              </a:ext>
            </a:extLst>
          </p:cNvPr>
          <p:cNvSpPr>
            <a:spLocks noGrp="1"/>
          </p:cNvSpPr>
          <p:nvPr>
            <p:ph type="body" sz="quarter" idx="25"/>
          </p:nvPr>
        </p:nvSpPr>
        <p:spPr/>
        <p:txBody>
          <a:bodyPr/>
          <a:lstStyle/>
          <a:p>
            <a:r>
              <a:rPr lang="en-US" sz="1800" noProof="1">
                <a:solidFill>
                  <a:srgbClr val="785005"/>
                </a:solidFill>
              </a:rPr>
              <a:t>Frontend technologies: HTML, CSS, Bootstrap</a:t>
            </a:r>
          </a:p>
          <a:p>
            <a:r>
              <a:rPr lang="en-US" sz="1800" noProof="1">
                <a:solidFill>
                  <a:srgbClr val="785005"/>
                </a:solidFill>
              </a:rPr>
              <a:t>Backend technologies: Laravel, MySQL</a:t>
            </a:r>
          </a:p>
        </p:txBody>
      </p:sp>
      <p:sp>
        <p:nvSpPr>
          <p:cNvPr id="9" name="Text Placeholder 8">
            <a:extLst>
              <a:ext uri="{FF2B5EF4-FFF2-40B4-BE49-F238E27FC236}">
                <a16:creationId xmlns:a16="http://schemas.microsoft.com/office/drawing/2014/main" id="{792DA987-3F13-6F52-C518-DD2467E3B5AC}"/>
              </a:ext>
            </a:extLst>
          </p:cNvPr>
          <p:cNvSpPr>
            <a:spLocks noGrp="1"/>
          </p:cNvSpPr>
          <p:nvPr>
            <p:ph type="body" sz="quarter" idx="27"/>
          </p:nvPr>
        </p:nvSpPr>
        <p:spPr/>
        <p:txBody>
          <a:bodyPr/>
          <a:lstStyle/>
          <a:p>
            <a:r>
              <a:rPr lang="en-US" sz="1800" noProof="1">
                <a:solidFill>
                  <a:srgbClr val="785005"/>
                </a:solidFill>
              </a:rPr>
              <a:t>Version control: GitHub</a:t>
            </a:r>
          </a:p>
          <a:p>
            <a:r>
              <a:rPr lang="en-US" sz="1800" noProof="1">
                <a:solidFill>
                  <a:srgbClr val="785005"/>
                </a:solidFill>
              </a:rPr>
              <a:t>Communication tools: Messenger, Teams, Discord</a:t>
            </a:r>
          </a:p>
          <a:p>
            <a:endParaRPr lang="en-US" sz="1800" noProof="1"/>
          </a:p>
        </p:txBody>
      </p:sp>
      <p:sp>
        <p:nvSpPr>
          <p:cNvPr id="3" name="Footer Placeholder 2">
            <a:extLst>
              <a:ext uri="{FF2B5EF4-FFF2-40B4-BE49-F238E27FC236}">
                <a16:creationId xmlns:a16="http://schemas.microsoft.com/office/drawing/2014/main" id="{611B0563-2076-A96B-B015-632F6A459D98}"/>
              </a:ext>
            </a:extLst>
          </p:cNvPr>
          <p:cNvSpPr>
            <a:spLocks noGrp="1"/>
          </p:cNvSpPr>
          <p:nvPr>
            <p:ph type="ftr" sz="quarter" idx="22"/>
          </p:nvPr>
        </p:nvSpPr>
        <p:spPr/>
        <p:txBody>
          <a:bodyPr/>
          <a:lstStyle/>
          <a:p>
            <a:r>
              <a:rPr lang="en-US" noProof="1"/>
              <a:t>Aranyhaj</a:t>
            </a:r>
          </a:p>
        </p:txBody>
      </p:sp>
      <p:sp>
        <p:nvSpPr>
          <p:cNvPr id="4" name="Slide Number Placeholder 3">
            <a:extLst>
              <a:ext uri="{FF2B5EF4-FFF2-40B4-BE49-F238E27FC236}">
                <a16:creationId xmlns:a16="http://schemas.microsoft.com/office/drawing/2014/main" id="{80581866-CCAA-E4BC-90F2-F3D61AF03241}"/>
              </a:ext>
            </a:extLst>
          </p:cNvPr>
          <p:cNvSpPr>
            <a:spLocks noGrp="1"/>
          </p:cNvSpPr>
          <p:nvPr>
            <p:ph type="sldNum" sz="quarter" idx="23"/>
          </p:nvPr>
        </p:nvSpPr>
        <p:spPr/>
        <p:txBody>
          <a:bodyPr/>
          <a:lstStyle/>
          <a:p>
            <a:fld id="{295C7AAE-A677-454A-8BDB-62A0650ACE98}" type="slidenum">
              <a:rPr lang="en-US" noProof="1" smtClean="0"/>
              <a:pPr/>
              <a:t>11</a:t>
            </a:fld>
            <a:endParaRPr lang="en-US" noProof="1"/>
          </a:p>
        </p:txBody>
      </p:sp>
      <p:pic>
        <p:nvPicPr>
          <p:cNvPr id="49" name="Kép helye 48">
            <a:extLst>
              <a:ext uri="{FF2B5EF4-FFF2-40B4-BE49-F238E27FC236}">
                <a16:creationId xmlns:a16="http://schemas.microsoft.com/office/drawing/2014/main" id="{E2169DC5-34D4-5CD3-94B1-E98831C6C2E6}"/>
              </a:ext>
            </a:extLst>
          </p:cNvPr>
          <p:cNvPicPr>
            <a:picLocks noGrp="1" noChangeAspect="1"/>
          </p:cNvPicPr>
          <p:nvPr>
            <p:ph type="pic" sz="quarter" idx="28"/>
          </p:nvPr>
        </p:nvPicPr>
        <p:blipFill>
          <a:blip r:embed="rId4"/>
          <a:srcRect l="7138" t="-9616" r="5201" b="-12611"/>
          <a:stretch/>
        </p:blipFill>
        <p:spPr>
          <a:xfrm>
            <a:off x="638460" y="573352"/>
            <a:ext cx="3884344" cy="5415673"/>
          </a:xfrm>
          <a:solidFill>
            <a:srgbClr val="F5E3B2"/>
          </a:solidFill>
        </p:spPr>
      </p:pic>
    </p:spTree>
    <p:extLst>
      <p:ext uri="{BB962C8B-B14F-4D97-AF65-F5344CB8AC3E}">
        <p14:creationId xmlns:p14="http://schemas.microsoft.com/office/powerpoint/2010/main" val="2319507040"/>
      </p:ext>
    </p:extLst>
  </p:cSld>
  <p:clrMapOvr>
    <a:masterClrMapping/>
  </p:clrMapOvr>
  <p:transition spd="slow">
    <p:wipe/>
  </p:transition>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7CD4E-F421-1904-AFC3-5B60ACCCB23D}"/>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9C8EE41C-C528-513E-1549-BC6E999CA1DC}"/>
              </a:ext>
            </a:extLst>
          </p:cNvPr>
          <p:cNvSpPr>
            <a:spLocks noGrp="1"/>
          </p:cNvSpPr>
          <p:nvPr>
            <p:ph type="title"/>
          </p:nvPr>
        </p:nvSpPr>
        <p:spPr>
          <a:xfrm>
            <a:off x="275303" y="333295"/>
            <a:ext cx="5486400" cy="1044911"/>
          </a:xfrm>
        </p:spPr>
        <p:txBody>
          <a:bodyPr/>
          <a:lstStyle/>
          <a:p>
            <a:br>
              <a:rPr lang="en-US" sz="6000" noProof="1">
                <a:solidFill>
                  <a:schemeClr val="accent4">
                    <a:alpha val="10000"/>
                  </a:schemeClr>
                </a:solidFill>
              </a:rPr>
            </a:br>
            <a:br>
              <a:rPr lang="en-US" sz="6000" noProof="1">
                <a:solidFill>
                  <a:schemeClr val="accent4">
                    <a:alpha val="10000"/>
                  </a:schemeClr>
                </a:solidFill>
              </a:rPr>
            </a:br>
            <a:r>
              <a:rPr lang="hu-HU" sz="4800" noProof="1">
                <a:solidFill>
                  <a:srgbClr val="F7DF9B"/>
                </a:solidFill>
              </a:rPr>
              <a:t>tESTS</a:t>
            </a:r>
            <a:br>
              <a:rPr lang="en-US" sz="4800" noProof="1">
                <a:solidFill>
                  <a:srgbClr val="F7DF9B"/>
                </a:solidFill>
              </a:rPr>
            </a:br>
            <a:r>
              <a:rPr lang="hu-HU" sz="4800" noProof="1">
                <a:solidFill>
                  <a:srgbClr val="EFBD2F"/>
                </a:solidFill>
              </a:rPr>
              <a:t>TESTS</a:t>
            </a:r>
            <a:br>
              <a:rPr lang="en-US" sz="4800" noProof="1">
                <a:solidFill>
                  <a:srgbClr val="EFBD2F"/>
                </a:solidFill>
              </a:rPr>
            </a:br>
            <a:r>
              <a:rPr lang="hu-HU" sz="4800" noProof="1">
                <a:solidFill>
                  <a:srgbClr val="EFBD2F"/>
                </a:solidFill>
              </a:rPr>
              <a:t>TESTS</a:t>
            </a:r>
            <a:br>
              <a:rPr lang="en-US" sz="4800" noProof="1">
                <a:solidFill>
                  <a:srgbClr val="EFBD2F"/>
                </a:solidFill>
              </a:rPr>
            </a:br>
            <a:r>
              <a:rPr lang="hu-HU" sz="4800" noProof="1">
                <a:solidFill>
                  <a:srgbClr val="EFBD2F">
                    <a:alpha val="10000"/>
                  </a:srgbClr>
                </a:solidFill>
              </a:rPr>
              <a:t>TESTS</a:t>
            </a:r>
            <a:endParaRPr lang="en-US" sz="6000" noProof="1">
              <a:solidFill>
                <a:srgbClr val="EFBD2F">
                  <a:alpha val="10000"/>
                </a:srgbClr>
              </a:solidFill>
            </a:endParaRPr>
          </a:p>
        </p:txBody>
      </p:sp>
      <p:sp>
        <p:nvSpPr>
          <p:cNvPr id="16" name="Text Placeholder 15">
            <a:extLst>
              <a:ext uri="{FF2B5EF4-FFF2-40B4-BE49-F238E27FC236}">
                <a16:creationId xmlns:a16="http://schemas.microsoft.com/office/drawing/2014/main" id="{2E169C50-3D92-CCF4-56EC-A3A413DBA17E}"/>
              </a:ext>
            </a:extLst>
          </p:cNvPr>
          <p:cNvSpPr>
            <a:spLocks noGrp="1"/>
          </p:cNvSpPr>
          <p:nvPr>
            <p:ph type="body" sz="quarter" idx="13"/>
          </p:nvPr>
        </p:nvSpPr>
        <p:spPr>
          <a:xfrm>
            <a:off x="3639588" y="1378206"/>
            <a:ext cx="2227344" cy="677817"/>
          </a:xfrm>
        </p:spPr>
        <p:txBody>
          <a:bodyPr/>
          <a:lstStyle/>
          <a:p>
            <a:r>
              <a:rPr lang="hu-HU" sz="4000" noProof="1">
                <a:solidFill>
                  <a:srgbClr val="4E3608"/>
                </a:solidFill>
              </a:rPr>
              <a:t>Zoé</a:t>
            </a:r>
            <a:endParaRPr lang="en-US" sz="4000" noProof="1">
              <a:solidFill>
                <a:srgbClr val="4E3608"/>
              </a:solidFill>
            </a:endParaRPr>
          </a:p>
          <a:p>
            <a:endParaRPr lang="en-US" sz="2000" noProof="1"/>
          </a:p>
        </p:txBody>
      </p:sp>
      <p:sp>
        <p:nvSpPr>
          <p:cNvPr id="20" name="Text Placeholder 19">
            <a:extLst>
              <a:ext uri="{FF2B5EF4-FFF2-40B4-BE49-F238E27FC236}">
                <a16:creationId xmlns:a16="http://schemas.microsoft.com/office/drawing/2014/main" id="{28D6E669-F93A-BED0-895D-52FC0C0D8E6A}"/>
              </a:ext>
            </a:extLst>
          </p:cNvPr>
          <p:cNvSpPr>
            <a:spLocks noGrp="1"/>
          </p:cNvSpPr>
          <p:nvPr>
            <p:ph type="body" sz="quarter" idx="18"/>
          </p:nvPr>
        </p:nvSpPr>
        <p:spPr>
          <a:xfrm>
            <a:off x="8714172" y="1184776"/>
            <a:ext cx="2227344" cy="677817"/>
          </a:xfrm>
        </p:spPr>
        <p:txBody>
          <a:bodyPr/>
          <a:lstStyle/>
          <a:p>
            <a:r>
              <a:rPr lang="hu-HU" sz="4000" noProof="1">
                <a:solidFill>
                  <a:srgbClr val="4E3608"/>
                </a:solidFill>
              </a:rPr>
              <a:t>Martin</a:t>
            </a:r>
            <a:endParaRPr lang="en-US" sz="2400" noProof="1">
              <a:solidFill>
                <a:srgbClr val="4E3608"/>
              </a:solidFill>
            </a:endParaRPr>
          </a:p>
        </p:txBody>
      </p:sp>
      <p:sp>
        <p:nvSpPr>
          <p:cNvPr id="19" name="Text Placeholder 18">
            <a:extLst>
              <a:ext uri="{FF2B5EF4-FFF2-40B4-BE49-F238E27FC236}">
                <a16:creationId xmlns:a16="http://schemas.microsoft.com/office/drawing/2014/main" id="{5BD71745-DA05-F9C8-6495-32ED3C6B73AE}"/>
              </a:ext>
            </a:extLst>
          </p:cNvPr>
          <p:cNvSpPr>
            <a:spLocks noGrp="1"/>
          </p:cNvSpPr>
          <p:nvPr>
            <p:ph type="body" sz="quarter" idx="26"/>
          </p:nvPr>
        </p:nvSpPr>
        <p:spPr>
          <a:xfrm>
            <a:off x="2850384" y="1904521"/>
            <a:ext cx="4277033" cy="3048957"/>
          </a:xfrm>
        </p:spPr>
        <p:txBody>
          <a:bodyPr/>
          <a:lstStyle/>
          <a:p>
            <a:r>
              <a:rPr lang="en-US" sz="3200" dirty="0">
                <a:solidFill>
                  <a:srgbClr val="785005"/>
                </a:solidFill>
              </a:rPr>
              <a:t>I checked the visual layout</a:t>
            </a:r>
            <a:r>
              <a:rPr lang="hu-HU" sz="3200" dirty="0">
                <a:solidFill>
                  <a:srgbClr val="785005"/>
                </a:solidFill>
              </a:rPr>
              <a:t>, </a:t>
            </a:r>
            <a:r>
              <a:rPr lang="en-US" sz="3200" dirty="0">
                <a:solidFill>
                  <a:srgbClr val="785005"/>
                </a:solidFill>
              </a:rPr>
              <a:t>script functionality, and user feedback.</a:t>
            </a:r>
            <a:endParaRPr lang="en-US" sz="3200" noProof="1">
              <a:solidFill>
                <a:srgbClr val="785005"/>
              </a:solidFill>
            </a:endParaRPr>
          </a:p>
        </p:txBody>
      </p:sp>
      <p:sp>
        <p:nvSpPr>
          <p:cNvPr id="23" name="Text Placeholder 22">
            <a:extLst>
              <a:ext uri="{FF2B5EF4-FFF2-40B4-BE49-F238E27FC236}">
                <a16:creationId xmlns:a16="http://schemas.microsoft.com/office/drawing/2014/main" id="{639678F2-C22D-4E65-551A-68D2E10D7867}"/>
              </a:ext>
            </a:extLst>
          </p:cNvPr>
          <p:cNvSpPr>
            <a:spLocks noGrp="1"/>
          </p:cNvSpPr>
          <p:nvPr>
            <p:ph type="body" sz="quarter" idx="28"/>
          </p:nvPr>
        </p:nvSpPr>
        <p:spPr>
          <a:xfrm>
            <a:off x="7916621" y="1717114"/>
            <a:ext cx="4114800" cy="3538955"/>
          </a:xfrm>
        </p:spPr>
        <p:txBody>
          <a:bodyPr/>
          <a:lstStyle/>
          <a:p>
            <a:r>
              <a:rPr lang="en-US" sz="3200" dirty="0">
                <a:solidFill>
                  <a:srgbClr val="785005"/>
                </a:solidFill>
              </a:rPr>
              <a:t>I tested the controllers, database, forms, and their interaction with the server.</a:t>
            </a:r>
            <a:endParaRPr lang="en-US" sz="2000" noProof="1">
              <a:solidFill>
                <a:srgbClr val="785005"/>
              </a:solidFill>
            </a:endParaRPr>
          </a:p>
        </p:txBody>
      </p:sp>
      <p:sp>
        <p:nvSpPr>
          <p:cNvPr id="10" name="Footer Placeholder 9">
            <a:extLst>
              <a:ext uri="{FF2B5EF4-FFF2-40B4-BE49-F238E27FC236}">
                <a16:creationId xmlns:a16="http://schemas.microsoft.com/office/drawing/2014/main" id="{E0FF9171-61AA-2CC6-7CA1-ED053AFF9155}"/>
              </a:ext>
            </a:extLst>
          </p:cNvPr>
          <p:cNvSpPr>
            <a:spLocks noGrp="1"/>
          </p:cNvSpPr>
          <p:nvPr>
            <p:ph type="ftr" sz="quarter" idx="22"/>
          </p:nvPr>
        </p:nvSpPr>
        <p:spPr/>
        <p:txBody>
          <a:bodyPr/>
          <a:lstStyle/>
          <a:p>
            <a:r>
              <a:rPr lang="en-US" noProof="1"/>
              <a:t>Aranyhaj</a:t>
            </a:r>
          </a:p>
        </p:txBody>
      </p:sp>
      <p:sp>
        <p:nvSpPr>
          <p:cNvPr id="11" name="Slide Number Placeholder 10">
            <a:extLst>
              <a:ext uri="{FF2B5EF4-FFF2-40B4-BE49-F238E27FC236}">
                <a16:creationId xmlns:a16="http://schemas.microsoft.com/office/drawing/2014/main" id="{0A500A36-8DDB-CED4-BD6A-05DAAD6B592E}"/>
              </a:ext>
            </a:extLst>
          </p:cNvPr>
          <p:cNvSpPr>
            <a:spLocks noGrp="1"/>
          </p:cNvSpPr>
          <p:nvPr>
            <p:ph type="sldNum" sz="quarter" idx="23"/>
          </p:nvPr>
        </p:nvSpPr>
        <p:spPr/>
        <p:txBody>
          <a:bodyPr/>
          <a:lstStyle/>
          <a:p>
            <a:fld id="{295C7AAE-A677-454A-8BDB-62A0650ACE98}" type="slidenum">
              <a:rPr lang="en-US" noProof="1" smtClean="0"/>
              <a:pPr/>
              <a:t>12</a:t>
            </a:fld>
            <a:endParaRPr lang="en-US" noProof="1"/>
          </a:p>
        </p:txBody>
      </p:sp>
    </p:spTree>
    <p:extLst>
      <p:ext uri="{BB962C8B-B14F-4D97-AF65-F5344CB8AC3E}">
        <p14:creationId xmlns:p14="http://schemas.microsoft.com/office/powerpoint/2010/main" val="4229522218"/>
      </p:ext>
    </p:extLst>
  </p:cSld>
  <p:clrMapOvr>
    <a:masterClrMapping/>
  </p:clrMapOvr>
  <p:transition spd="slow">
    <p:wipe/>
  </p:transition>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48708"/>
        </a:solidFill>
        <a:effectLst/>
      </p:bgPr>
    </p:bg>
    <p:spTree>
      <p:nvGrpSpPr>
        <p:cNvPr id="1" name=""/>
        <p:cNvGrpSpPr/>
        <p:nvPr/>
      </p:nvGrpSpPr>
      <p:grpSpPr>
        <a:xfrm>
          <a:off x="0" y="0"/>
          <a:ext cx="0" cy="0"/>
          <a:chOff x="0" y="0"/>
          <a:chExt cx="0" cy="0"/>
        </a:xfrm>
      </p:grpSpPr>
      <p:pic>
        <p:nvPicPr>
          <p:cNvPr id="8" name="Kép helye 7">
            <a:extLst>
              <a:ext uri="{FF2B5EF4-FFF2-40B4-BE49-F238E27FC236}">
                <a16:creationId xmlns:a16="http://schemas.microsoft.com/office/drawing/2014/main" id="{D2A7B724-4C72-E836-59E4-AA503D8AE885}"/>
              </a:ext>
            </a:extLst>
          </p:cNvPr>
          <p:cNvPicPr>
            <a:picLocks noGrp="1" noChangeAspect="1"/>
          </p:cNvPicPr>
          <p:nvPr>
            <p:ph type="pic" sz="quarter" idx="10"/>
          </p:nvPr>
        </p:nvPicPr>
        <p:blipFill>
          <a:blip r:embed="rId4"/>
          <a:srcRect l="14585" r="33549"/>
          <a:stretch/>
        </p:blipFill>
        <p:spPr>
          <a:xfrm>
            <a:off x="6078452" y="1"/>
            <a:ext cx="5329866" cy="6857999"/>
          </a:xfrm>
        </p:spPr>
      </p:pic>
      <p:sp>
        <p:nvSpPr>
          <p:cNvPr id="2" name="Text Placeholder 1">
            <a:extLst>
              <a:ext uri="{FF2B5EF4-FFF2-40B4-BE49-F238E27FC236}">
                <a16:creationId xmlns:a16="http://schemas.microsoft.com/office/drawing/2014/main" id="{9873B761-46A0-2F4D-A7F0-59BDD81B51E7}"/>
              </a:ext>
            </a:extLst>
          </p:cNvPr>
          <p:cNvSpPr>
            <a:spLocks noGrp="1"/>
          </p:cNvSpPr>
          <p:nvPr>
            <p:ph type="body" sz="quarter" idx="12"/>
          </p:nvPr>
        </p:nvSpPr>
        <p:spPr/>
        <p:txBody>
          <a:bodyPr/>
          <a:lstStyle/>
          <a:p>
            <a:r>
              <a:rPr lang="en-US" noProof="1"/>
              <a:t>executiIVEe</a:t>
            </a:r>
          </a:p>
        </p:txBody>
      </p:sp>
      <p:sp>
        <p:nvSpPr>
          <p:cNvPr id="3" name="Text Placeholder 2">
            <a:extLst>
              <a:ext uri="{FF2B5EF4-FFF2-40B4-BE49-F238E27FC236}">
                <a16:creationId xmlns:a16="http://schemas.microsoft.com/office/drawing/2014/main" id="{05C78BD9-C60D-A34A-01C9-506106D02A80}"/>
              </a:ext>
            </a:extLst>
          </p:cNvPr>
          <p:cNvSpPr>
            <a:spLocks noGrp="1"/>
          </p:cNvSpPr>
          <p:nvPr>
            <p:ph type="body" sz="quarter" idx="13"/>
          </p:nvPr>
        </p:nvSpPr>
        <p:spPr/>
        <p:txBody>
          <a:bodyPr/>
          <a:lstStyle/>
          <a:p>
            <a:r>
              <a:rPr lang="en-US" noProof="1"/>
              <a:t>pROGRAMM</a:t>
            </a:r>
          </a:p>
        </p:txBody>
      </p:sp>
      <p:sp>
        <p:nvSpPr>
          <p:cNvPr id="14" name="Title 13">
            <a:extLst>
              <a:ext uri="{FF2B5EF4-FFF2-40B4-BE49-F238E27FC236}">
                <a16:creationId xmlns:a16="http://schemas.microsoft.com/office/drawing/2014/main" id="{FFE61A45-FA3C-CC79-B767-DE24BD418831}"/>
              </a:ext>
            </a:extLst>
          </p:cNvPr>
          <p:cNvSpPr>
            <a:spLocks noGrp="1"/>
          </p:cNvSpPr>
          <p:nvPr>
            <p:ph type="title"/>
          </p:nvPr>
        </p:nvSpPr>
        <p:spPr/>
        <p:txBody>
          <a:bodyPr/>
          <a:lstStyle/>
          <a:p>
            <a:r>
              <a:rPr lang="en-US" noProof="1"/>
              <a:t>ExecutIVEpROGRAMM</a:t>
            </a:r>
          </a:p>
        </p:txBody>
      </p:sp>
    </p:spTree>
    <p:extLst>
      <p:ext uri="{BB962C8B-B14F-4D97-AF65-F5344CB8AC3E}">
        <p14:creationId xmlns:p14="http://schemas.microsoft.com/office/powerpoint/2010/main" val="3142743128"/>
      </p:ext>
    </p:extLst>
  </p:cSld>
  <p:clrMapOvr>
    <a:masterClrMapping/>
  </p:clrMapOvr>
  <p:transition spd="slow">
    <p:wipe/>
  </p:transition>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A921-7915-31F6-70C2-6D61F9C3D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DD75B-4A89-0754-7AAC-B2A926E0EBAC}"/>
              </a:ext>
            </a:extLst>
          </p:cNvPr>
          <p:cNvSpPr>
            <a:spLocks noGrp="1"/>
          </p:cNvSpPr>
          <p:nvPr>
            <p:ph type="title"/>
          </p:nvPr>
        </p:nvSpPr>
        <p:spPr/>
        <p:txBody>
          <a:bodyPr/>
          <a:lstStyle/>
          <a:p>
            <a:r>
              <a:rPr lang="en-US" b="1" noProof="1">
                <a:solidFill>
                  <a:srgbClr val="4E3608"/>
                </a:solidFill>
              </a:rPr>
              <a:t>Executive plan</a:t>
            </a:r>
            <a:r>
              <a:rPr lang="en-US" noProof="1">
                <a:solidFill>
                  <a:srgbClr val="4E3608"/>
                </a:solidFill>
              </a:rPr>
              <a:t>​</a:t>
            </a:r>
            <a:br>
              <a:rPr lang="en-US" noProof="1"/>
            </a:br>
            <a:endParaRPr lang="en-US" noProof="1"/>
          </a:p>
        </p:txBody>
      </p:sp>
      <p:sp>
        <p:nvSpPr>
          <p:cNvPr id="3" name="Text Placeholder 2">
            <a:extLst>
              <a:ext uri="{FF2B5EF4-FFF2-40B4-BE49-F238E27FC236}">
                <a16:creationId xmlns:a16="http://schemas.microsoft.com/office/drawing/2014/main" id="{D92A9625-58D2-910C-9524-41153695FA1F}"/>
              </a:ext>
            </a:extLst>
          </p:cNvPr>
          <p:cNvSpPr>
            <a:spLocks noGrp="1"/>
          </p:cNvSpPr>
          <p:nvPr>
            <p:ph type="body" sz="quarter" idx="16"/>
          </p:nvPr>
        </p:nvSpPr>
        <p:spPr/>
        <p:txBody>
          <a:bodyPr/>
          <a:lstStyle/>
          <a:p>
            <a:pPr marL="0" indent="0">
              <a:spcBef>
                <a:spcPts val="2400"/>
              </a:spcBef>
              <a:buNone/>
            </a:pPr>
            <a:r>
              <a:rPr lang="en-US" sz="2800" b="0" noProof="1">
                <a:solidFill>
                  <a:srgbClr val="785005"/>
                </a:solidFill>
              </a:rPr>
              <a:t>Result</a:t>
            </a:r>
          </a:p>
          <a:p>
            <a:pPr marL="0" indent="0">
              <a:spcBef>
                <a:spcPts val="2400"/>
              </a:spcBef>
              <a:buNone/>
            </a:pPr>
            <a:r>
              <a:rPr lang="en-US" sz="2800" b="0" noProof="1">
                <a:solidFill>
                  <a:srgbClr val="785005"/>
                </a:solidFill>
              </a:rPr>
              <a:t>Up Next​</a:t>
            </a:r>
          </a:p>
        </p:txBody>
      </p:sp>
      <p:sp>
        <p:nvSpPr>
          <p:cNvPr id="4" name="Footer Placeholder 3">
            <a:extLst>
              <a:ext uri="{FF2B5EF4-FFF2-40B4-BE49-F238E27FC236}">
                <a16:creationId xmlns:a16="http://schemas.microsoft.com/office/drawing/2014/main" id="{16A389AB-B129-C85D-184A-E27DF0EF35B4}"/>
              </a:ext>
            </a:extLst>
          </p:cNvPr>
          <p:cNvSpPr>
            <a:spLocks noGrp="1"/>
          </p:cNvSpPr>
          <p:nvPr>
            <p:ph type="ftr" sz="quarter" idx="22"/>
          </p:nvPr>
        </p:nvSpPr>
        <p:spPr/>
        <p:txBody>
          <a:bodyPr/>
          <a:lstStyle/>
          <a:p>
            <a:r>
              <a:rPr lang="en-US" noProof="1"/>
              <a:t>Aranyhaj</a:t>
            </a:r>
          </a:p>
        </p:txBody>
      </p:sp>
      <p:sp>
        <p:nvSpPr>
          <p:cNvPr id="5" name="Slide Number Placeholder 4">
            <a:extLst>
              <a:ext uri="{FF2B5EF4-FFF2-40B4-BE49-F238E27FC236}">
                <a16:creationId xmlns:a16="http://schemas.microsoft.com/office/drawing/2014/main" id="{D12CB273-AD44-0D81-1840-F3505A833BBE}"/>
              </a:ext>
            </a:extLst>
          </p:cNvPr>
          <p:cNvSpPr>
            <a:spLocks noGrp="1"/>
          </p:cNvSpPr>
          <p:nvPr>
            <p:ph type="sldNum" sz="quarter" idx="23"/>
          </p:nvPr>
        </p:nvSpPr>
        <p:spPr/>
        <p:txBody>
          <a:bodyPr/>
          <a:lstStyle/>
          <a:p>
            <a:fld id="{295C7AAE-A677-454A-8BDB-62A0650ACE98}" type="slidenum">
              <a:rPr lang="en-US" noProof="1" smtClean="0"/>
              <a:pPr/>
              <a:t>14</a:t>
            </a:fld>
            <a:endParaRPr lang="en-US" noProof="1"/>
          </a:p>
        </p:txBody>
      </p:sp>
      <p:pic>
        <p:nvPicPr>
          <p:cNvPr id="9" name="Kép helye 8">
            <a:extLst>
              <a:ext uri="{FF2B5EF4-FFF2-40B4-BE49-F238E27FC236}">
                <a16:creationId xmlns:a16="http://schemas.microsoft.com/office/drawing/2014/main" id="{6FE0C021-73B4-7E27-5502-AC9FBEDDBC2E}"/>
              </a:ext>
            </a:extLst>
          </p:cNvPr>
          <p:cNvPicPr>
            <a:picLocks noGrp="1" noChangeAspect="1"/>
          </p:cNvPicPr>
          <p:nvPr>
            <p:ph type="pic" sz="quarter" idx="10"/>
          </p:nvPr>
        </p:nvPicPr>
        <p:blipFill>
          <a:blip r:embed="rId4">
            <a:alphaModFix/>
            <a:extLst>
              <a:ext uri="{BEBA8EAE-BF5A-486C-A8C5-ECC9F3942E4B}">
                <a14:imgProps xmlns:a14="http://schemas.microsoft.com/office/drawing/2010/main">
                  <a14:imgLayer r:embed="rId5">
                    <a14:imgEffect>
                      <a14:saturation sat="202000"/>
                    </a14:imgEffect>
                  </a14:imgLayer>
                </a14:imgProps>
              </a:ext>
            </a:extLst>
          </a:blip>
          <a:srcRect t="-19564" r="208" b="-432"/>
          <a:stretch/>
        </p:blipFill>
        <p:spPr>
          <a:xfrm>
            <a:off x="838200" y="1049310"/>
            <a:ext cx="4114800" cy="4947731"/>
          </a:xfrm>
          <a:solidFill>
            <a:srgbClr val="FAECC6"/>
          </a:solidFill>
        </p:spPr>
      </p:pic>
    </p:spTree>
    <p:extLst>
      <p:ext uri="{BB962C8B-B14F-4D97-AF65-F5344CB8AC3E}">
        <p14:creationId xmlns:p14="http://schemas.microsoft.com/office/powerpoint/2010/main" val="3226127226"/>
      </p:ext>
    </p:extLst>
  </p:cSld>
  <p:clrMapOvr>
    <a:masterClrMapping/>
  </p:clrMapOvr>
  <p:transition spd="slow">
    <p:wipe/>
  </p:transition>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B70C2-2BC7-ACBA-2A48-FB5A0624CCD3}"/>
              </a:ext>
            </a:extLst>
          </p:cNvPr>
          <p:cNvSpPr>
            <a:spLocks noGrp="1"/>
          </p:cNvSpPr>
          <p:nvPr>
            <p:ph type="title"/>
          </p:nvPr>
        </p:nvSpPr>
        <p:spPr/>
        <p:txBody>
          <a:bodyPr/>
          <a:lstStyle/>
          <a:p>
            <a:r>
              <a:rPr lang="en-US" noProof="1">
                <a:solidFill>
                  <a:srgbClr val="4E3608"/>
                </a:solidFill>
              </a:rPr>
              <a:t>Up next</a:t>
            </a:r>
          </a:p>
        </p:txBody>
      </p:sp>
      <p:sp>
        <p:nvSpPr>
          <p:cNvPr id="23" name="Text Placeholder 22">
            <a:extLst>
              <a:ext uri="{FF2B5EF4-FFF2-40B4-BE49-F238E27FC236}">
                <a16:creationId xmlns:a16="http://schemas.microsoft.com/office/drawing/2014/main" id="{2C3D4B62-E96F-EAC3-BE39-4428B3B4F761}"/>
              </a:ext>
            </a:extLst>
          </p:cNvPr>
          <p:cNvSpPr>
            <a:spLocks noGrp="1"/>
          </p:cNvSpPr>
          <p:nvPr>
            <p:ph type="body" sz="quarter" idx="26"/>
          </p:nvPr>
        </p:nvSpPr>
        <p:spPr/>
        <p:txBody>
          <a:bodyPr/>
          <a:lstStyle/>
          <a:p>
            <a:r>
              <a:rPr lang="en-US" noProof="1">
                <a:solidFill>
                  <a:srgbClr val="785005">
                    <a:alpha val="10000"/>
                  </a:srgbClr>
                </a:solidFill>
              </a:rPr>
              <a:t>1</a:t>
            </a:r>
          </a:p>
        </p:txBody>
      </p:sp>
      <p:sp>
        <p:nvSpPr>
          <p:cNvPr id="5" name="Text Placeholder 4">
            <a:extLst>
              <a:ext uri="{FF2B5EF4-FFF2-40B4-BE49-F238E27FC236}">
                <a16:creationId xmlns:a16="http://schemas.microsoft.com/office/drawing/2014/main" id="{2AD8B79D-FCF6-F417-A7A6-C19A8B41E346}"/>
              </a:ext>
            </a:extLst>
          </p:cNvPr>
          <p:cNvSpPr>
            <a:spLocks noGrp="1"/>
          </p:cNvSpPr>
          <p:nvPr>
            <p:ph type="body" sz="quarter" idx="15"/>
          </p:nvPr>
        </p:nvSpPr>
        <p:spPr>
          <a:xfrm>
            <a:off x="1596911" y="2886146"/>
            <a:ext cx="2197898" cy="2503346"/>
          </a:xfrm>
        </p:spPr>
        <p:txBody>
          <a:bodyPr/>
          <a:lstStyle/>
          <a:p>
            <a:r>
              <a:rPr lang="en-US" sz="2000" noProof="1">
                <a:solidFill>
                  <a:srgbClr val="785005"/>
                </a:solidFill>
              </a:rPr>
              <a:t>Further development and optimization of the system.</a:t>
            </a:r>
          </a:p>
        </p:txBody>
      </p:sp>
      <p:sp>
        <p:nvSpPr>
          <p:cNvPr id="24" name="Text Placeholder 23">
            <a:extLst>
              <a:ext uri="{FF2B5EF4-FFF2-40B4-BE49-F238E27FC236}">
                <a16:creationId xmlns:a16="http://schemas.microsoft.com/office/drawing/2014/main" id="{84828592-BE65-36A3-C451-0AC0337DD774}"/>
              </a:ext>
            </a:extLst>
          </p:cNvPr>
          <p:cNvSpPr>
            <a:spLocks noGrp="1"/>
          </p:cNvSpPr>
          <p:nvPr>
            <p:ph type="body" sz="quarter" idx="27"/>
          </p:nvPr>
        </p:nvSpPr>
        <p:spPr/>
        <p:txBody>
          <a:bodyPr/>
          <a:lstStyle/>
          <a:p>
            <a:r>
              <a:rPr lang="en-US" noProof="1">
                <a:solidFill>
                  <a:srgbClr val="785005">
                    <a:alpha val="10000"/>
                  </a:srgbClr>
                </a:solidFill>
              </a:rPr>
              <a:t>2</a:t>
            </a:r>
          </a:p>
        </p:txBody>
      </p:sp>
      <p:sp>
        <p:nvSpPr>
          <p:cNvPr id="6" name="Text Placeholder 5">
            <a:extLst>
              <a:ext uri="{FF2B5EF4-FFF2-40B4-BE49-F238E27FC236}">
                <a16:creationId xmlns:a16="http://schemas.microsoft.com/office/drawing/2014/main" id="{42865FEB-6500-FA87-0C66-04654CE275B9}"/>
              </a:ext>
            </a:extLst>
          </p:cNvPr>
          <p:cNvSpPr>
            <a:spLocks noGrp="1"/>
          </p:cNvSpPr>
          <p:nvPr>
            <p:ph type="body" sz="quarter" idx="24"/>
          </p:nvPr>
        </p:nvSpPr>
        <p:spPr>
          <a:xfrm>
            <a:off x="5830847" y="2703910"/>
            <a:ext cx="2221771" cy="2503346"/>
          </a:xfrm>
        </p:spPr>
        <p:txBody>
          <a:bodyPr/>
          <a:lstStyle/>
          <a:p>
            <a:r>
              <a:rPr lang="en-US" sz="2000" noProof="1">
                <a:solidFill>
                  <a:srgbClr val="785005"/>
                </a:solidFill>
              </a:rPr>
              <a:t>Introduction of new features to enhance the user experience.</a:t>
            </a:r>
          </a:p>
        </p:txBody>
      </p:sp>
      <p:sp>
        <p:nvSpPr>
          <p:cNvPr id="25" name="Text Placeholder 24">
            <a:extLst>
              <a:ext uri="{FF2B5EF4-FFF2-40B4-BE49-F238E27FC236}">
                <a16:creationId xmlns:a16="http://schemas.microsoft.com/office/drawing/2014/main" id="{28B517F4-E4FF-3CF9-7E1A-42EED57F511F}"/>
              </a:ext>
            </a:extLst>
          </p:cNvPr>
          <p:cNvSpPr>
            <a:spLocks noGrp="1"/>
          </p:cNvSpPr>
          <p:nvPr>
            <p:ph type="body" sz="quarter" idx="28"/>
          </p:nvPr>
        </p:nvSpPr>
        <p:spPr/>
        <p:txBody>
          <a:bodyPr/>
          <a:lstStyle/>
          <a:p>
            <a:r>
              <a:rPr lang="en-US" noProof="1">
                <a:solidFill>
                  <a:srgbClr val="785005">
                    <a:alpha val="10000"/>
                  </a:srgbClr>
                </a:solidFill>
              </a:rPr>
              <a:t>3</a:t>
            </a:r>
          </a:p>
        </p:txBody>
      </p:sp>
      <p:sp>
        <p:nvSpPr>
          <p:cNvPr id="7" name="Text Placeholder 6">
            <a:extLst>
              <a:ext uri="{FF2B5EF4-FFF2-40B4-BE49-F238E27FC236}">
                <a16:creationId xmlns:a16="http://schemas.microsoft.com/office/drawing/2014/main" id="{B9581666-DFBC-9C8D-DF93-6FC6DE86B714}"/>
              </a:ext>
            </a:extLst>
          </p:cNvPr>
          <p:cNvSpPr>
            <a:spLocks noGrp="1"/>
          </p:cNvSpPr>
          <p:nvPr>
            <p:ph type="body" sz="quarter" idx="25"/>
          </p:nvPr>
        </p:nvSpPr>
        <p:spPr>
          <a:xfrm>
            <a:off x="9810474" y="2703910"/>
            <a:ext cx="2381526" cy="2503346"/>
          </a:xfrm>
        </p:spPr>
        <p:txBody>
          <a:bodyPr/>
          <a:lstStyle/>
          <a:p>
            <a:r>
              <a:rPr lang="en-US" sz="2000" noProof="1">
                <a:solidFill>
                  <a:srgbClr val="785005"/>
                </a:solidFill>
              </a:rPr>
              <a:t> Increasing the scalability of the system to serve a larger user base.</a:t>
            </a:r>
          </a:p>
        </p:txBody>
      </p:sp>
      <p:sp>
        <p:nvSpPr>
          <p:cNvPr id="3" name="Footer Placeholder 2">
            <a:extLst>
              <a:ext uri="{FF2B5EF4-FFF2-40B4-BE49-F238E27FC236}">
                <a16:creationId xmlns:a16="http://schemas.microsoft.com/office/drawing/2014/main" id="{C77D8D77-76B4-32B5-0188-954E3F52D6BC}"/>
              </a:ext>
            </a:extLst>
          </p:cNvPr>
          <p:cNvSpPr>
            <a:spLocks noGrp="1"/>
          </p:cNvSpPr>
          <p:nvPr>
            <p:ph type="ftr" sz="quarter" idx="22"/>
          </p:nvPr>
        </p:nvSpPr>
        <p:spPr/>
        <p:txBody>
          <a:bodyPr/>
          <a:lstStyle/>
          <a:p>
            <a:r>
              <a:rPr lang="hu-HU" noProof="1"/>
              <a:t>Aranyhaj</a:t>
            </a:r>
            <a:endParaRPr lang="en-US" noProof="1"/>
          </a:p>
        </p:txBody>
      </p:sp>
      <p:sp>
        <p:nvSpPr>
          <p:cNvPr id="4" name="Slide Number Placeholder 3">
            <a:extLst>
              <a:ext uri="{FF2B5EF4-FFF2-40B4-BE49-F238E27FC236}">
                <a16:creationId xmlns:a16="http://schemas.microsoft.com/office/drawing/2014/main" id="{4B911157-A803-A8B5-B37C-01BAEFCFEA0A}"/>
              </a:ext>
            </a:extLst>
          </p:cNvPr>
          <p:cNvSpPr>
            <a:spLocks noGrp="1"/>
          </p:cNvSpPr>
          <p:nvPr>
            <p:ph type="sldNum" sz="quarter" idx="23"/>
          </p:nvPr>
        </p:nvSpPr>
        <p:spPr/>
        <p:txBody>
          <a:bodyPr/>
          <a:lstStyle/>
          <a:p>
            <a:fld id="{295C7AAE-A677-454A-8BDB-62A0650ACE98}" type="slidenum">
              <a:rPr lang="en-US" noProof="1" smtClean="0"/>
              <a:pPr/>
              <a:t>15</a:t>
            </a:fld>
            <a:endParaRPr lang="en-US" noProof="1"/>
          </a:p>
        </p:txBody>
      </p:sp>
    </p:spTree>
    <p:extLst>
      <p:ext uri="{BB962C8B-B14F-4D97-AF65-F5344CB8AC3E}">
        <p14:creationId xmlns:p14="http://schemas.microsoft.com/office/powerpoint/2010/main" val="1694263933"/>
      </p:ext>
    </p:extLst>
  </p:cSld>
  <p:clrMapOvr>
    <a:masterClrMapping/>
  </p:clrMapOvr>
  <p:transition spd="slow">
    <p:wipe/>
  </p:transition>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CF4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C2C5D4E-F481-B17C-DFEF-7F9F7D414FC3}"/>
              </a:ext>
            </a:extLst>
          </p:cNvPr>
          <p:cNvSpPr>
            <a:spLocks noGrp="1"/>
          </p:cNvSpPr>
          <p:nvPr>
            <p:ph type="body" sz="quarter" idx="19"/>
          </p:nvPr>
        </p:nvSpPr>
        <p:spPr/>
        <p:txBody>
          <a:bodyPr/>
          <a:lstStyle/>
          <a:p>
            <a:r>
              <a:rPr lang="en-US" noProof="1"/>
              <a:t>Thank</a:t>
            </a:r>
          </a:p>
          <a:p>
            <a:r>
              <a:rPr lang="en-US" noProof="1"/>
              <a:t>thank</a:t>
            </a:r>
          </a:p>
          <a:p>
            <a:r>
              <a:rPr lang="en-US" noProof="1"/>
              <a:t>Thank</a:t>
            </a:r>
          </a:p>
          <a:p>
            <a:r>
              <a:rPr lang="en-US" noProof="1"/>
              <a:t>You</a:t>
            </a:r>
          </a:p>
          <a:p>
            <a:r>
              <a:rPr lang="en-US" noProof="1"/>
              <a:t>You</a:t>
            </a:r>
          </a:p>
          <a:p>
            <a:r>
              <a:rPr lang="en-US" noProof="1"/>
              <a:t>You</a:t>
            </a:r>
          </a:p>
          <a:p>
            <a:r>
              <a:rPr lang="en-US" noProof="1"/>
              <a:t>you</a:t>
            </a:r>
          </a:p>
        </p:txBody>
      </p:sp>
      <p:sp>
        <p:nvSpPr>
          <p:cNvPr id="8" name="Title 7">
            <a:extLst>
              <a:ext uri="{FF2B5EF4-FFF2-40B4-BE49-F238E27FC236}">
                <a16:creationId xmlns:a16="http://schemas.microsoft.com/office/drawing/2014/main" id="{A810EE3C-B2C8-8259-C6FD-8E6EB78A463B}"/>
              </a:ext>
            </a:extLst>
          </p:cNvPr>
          <p:cNvSpPr>
            <a:spLocks noGrp="1"/>
          </p:cNvSpPr>
          <p:nvPr>
            <p:ph type="title"/>
          </p:nvPr>
        </p:nvSpPr>
        <p:spPr/>
        <p:txBody>
          <a:bodyPr/>
          <a:lstStyle/>
          <a:p>
            <a:endParaRPr lang="en-US" noProof="1"/>
          </a:p>
        </p:txBody>
      </p:sp>
      <p:sp>
        <p:nvSpPr>
          <p:cNvPr id="11" name="Text Placeholder 10">
            <a:extLst>
              <a:ext uri="{FF2B5EF4-FFF2-40B4-BE49-F238E27FC236}">
                <a16:creationId xmlns:a16="http://schemas.microsoft.com/office/drawing/2014/main" id="{84B71A9C-F374-B122-4E3F-6FED01909205}"/>
              </a:ext>
            </a:extLst>
          </p:cNvPr>
          <p:cNvSpPr>
            <a:spLocks noGrp="1"/>
          </p:cNvSpPr>
          <p:nvPr>
            <p:ph type="body" sz="quarter" idx="20"/>
          </p:nvPr>
        </p:nvSpPr>
        <p:spPr/>
        <p:txBody>
          <a:bodyPr/>
          <a:lstStyle/>
          <a:p>
            <a:r>
              <a:rPr lang="en-US" noProof="1">
                <a:solidFill>
                  <a:srgbClr val="785005"/>
                </a:solidFill>
              </a:rPr>
              <a:t>Thank you</a:t>
            </a:r>
          </a:p>
        </p:txBody>
      </p:sp>
    </p:spTree>
    <p:extLst>
      <p:ext uri="{BB962C8B-B14F-4D97-AF65-F5344CB8AC3E}">
        <p14:creationId xmlns:p14="http://schemas.microsoft.com/office/powerpoint/2010/main" val="3068072395"/>
      </p:ext>
    </p:extLst>
  </p:cSld>
  <p:clrMapOvr>
    <a:masterClrMapping/>
  </p:clrMapOvr>
  <p:transition spd="slow">
    <p:wipe/>
  </p:transition>
  <p:extLst>
    <p:ext uri="{6950BFC3-D8DA-4A85-94F7-54DA5524770B}">
      <p188:commentRel xmlns:p188="http://schemas.microsoft.com/office/powerpoint/2018/8/main" r:id="rId3"/>
    </p:ext>
  </p:extLst>
</p:sld>
</file>

<file path=ppt/theme/theme1.xml><?xml version="1.0" encoding="utf-8"?>
<a:theme xmlns:a="http://schemas.openxmlformats.org/drawingml/2006/main" name="Custom Design">
  <a:themeElements>
    <a:clrScheme name="Product-Summary">
      <a:dk1>
        <a:srgbClr val="000000"/>
      </a:dk1>
      <a:lt1>
        <a:srgbClr val="FFFFFF"/>
      </a:lt1>
      <a:dk2>
        <a:srgbClr val="C16548"/>
      </a:dk2>
      <a:lt2>
        <a:srgbClr val="E7E6E6"/>
      </a:lt2>
      <a:accent1>
        <a:srgbClr val="C16548"/>
      </a:accent1>
      <a:accent2>
        <a:srgbClr val="E1C9C1"/>
      </a:accent2>
      <a:accent3>
        <a:srgbClr val="EFE9E7"/>
      </a:accent3>
      <a:accent4>
        <a:srgbClr val="7C8C5F"/>
      </a:accent4>
      <a:accent5>
        <a:srgbClr val="DAE7C3"/>
      </a:accent5>
      <a:accent6>
        <a:srgbClr val="ECF1E3"/>
      </a:accent6>
      <a:hlink>
        <a:srgbClr val="0563C1"/>
      </a:hlink>
      <a:folHlink>
        <a:srgbClr val="954F72"/>
      </a:folHlink>
    </a:clrScheme>
    <a:fontScheme name="Custom 11">
      <a:majorFont>
        <a:latin typeface="Felix Titl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vert="horz" lIns="0" tIns="0" rIns="0" bIns="0" rtlCol="0" anchor="t">
        <a:noAutofit/>
      </a:bodyPr>
      <a:lstStyle>
        <a:defPPr algn="l">
          <a:defRPr sz="75000" spc="500" dirty="0">
            <a:solidFill>
              <a:srgbClr val="C16548">
                <a:alpha val="5000"/>
              </a:srgbClr>
            </a:solidFill>
            <a:latin typeface="Felix Titling"/>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B43C32-D02E-4131-BCF6-0A73823842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13D244-673F-4B54-B682-B43236447E1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664BA4E-BFD8-44AA-8176-266329CB233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1177</TotalTime>
  <Words>1254</Words>
  <Application>Microsoft Office PowerPoint</Application>
  <PresentationFormat>Szélesvásznú</PresentationFormat>
  <Paragraphs>188</Paragraphs>
  <Slides>16</Slides>
  <Notes>16</Notes>
  <HiddenSlides>1</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16</vt:i4>
      </vt:variant>
    </vt:vector>
  </HeadingPairs>
  <TitlesOfParts>
    <vt:vector size="22" baseType="lpstr">
      <vt:lpstr>Arial</vt:lpstr>
      <vt:lpstr>Avenir Book</vt:lpstr>
      <vt:lpstr>Avenir Next LT Pro</vt:lpstr>
      <vt:lpstr>Calibri</vt:lpstr>
      <vt:lpstr>Felix Titling</vt:lpstr>
      <vt:lpstr>Custom Design</vt:lpstr>
      <vt:lpstr>aRANYHAJ aRANYHAJ ARANYHAJ AraNYHAJ ARANYHAJ ARANYHAJ ARANYHAJ</vt:lpstr>
      <vt:lpstr>Aranyhaj</vt:lpstr>
      <vt:lpstr>OVERVIEW  OVERVIEW OVERVIEW</vt:lpstr>
      <vt:lpstr>Aranyhaj</vt:lpstr>
      <vt:lpstr>  TEAM TEAM work WORK</vt:lpstr>
      <vt:lpstr>Challanges</vt:lpstr>
      <vt:lpstr>EXECUTION</vt:lpstr>
      <vt:lpstr>work distribution</vt:lpstr>
      <vt:lpstr>work distribution</vt:lpstr>
      <vt:lpstr>Product roadmap</vt:lpstr>
      <vt:lpstr>Worked with</vt:lpstr>
      <vt:lpstr>  tESTS TESTS TESTS TESTS</vt:lpstr>
      <vt:lpstr>ExecutIVEpROGRAMM</vt:lpstr>
      <vt:lpstr>Executive plan​ </vt:lpstr>
      <vt:lpstr>Up next</vt:lpstr>
      <vt:lpstr>PowerPoint-bemutató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Zoé Urai</cp:lastModifiedBy>
  <cp:revision>19</cp:revision>
  <dcterms:created xsi:type="dcterms:W3CDTF">2025-04-01T10:09:59Z</dcterms:created>
  <dcterms:modified xsi:type="dcterms:W3CDTF">2025-04-14T09:13:41Z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